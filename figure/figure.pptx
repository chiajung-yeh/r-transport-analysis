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4" r:id="rId3"/>
    <p:sldId id="258" r:id="rId4"/>
    <p:sldId id="259" r:id="rId5"/>
    <p:sldId id="260" r:id="rId6"/>
    <p:sldId id="262" r:id="rId7"/>
    <p:sldId id="263" r:id="rId8"/>
    <p:sldId id="265" r:id="rId9"/>
    <p:sldId id="266" r:id="rId10"/>
    <p:sldId id="268" r:id="rId11"/>
    <p:sldId id="267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8" r:id="rId21"/>
    <p:sldId id="256" r:id="rId22"/>
    <p:sldId id="257" r:id="rId23"/>
    <p:sldId id="277" r:id="rId2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B8BD"/>
    <a:srgbClr val="F28D8E"/>
    <a:srgbClr val="FFB9B9"/>
    <a:srgbClr val="9BBFDC"/>
    <a:srgbClr val="EEEEEE"/>
    <a:srgbClr val="E8E8E8"/>
    <a:srgbClr val="EAAC63"/>
    <a:srgbClr val="A8C9E8"/>
    <a:srgbClr val="BF9000"/>
    <a:srgbClr val="D19D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303143-104E-432B-8083-FDC69A0EB2DC}" v="1" dt="2026-03-14T03:57:39.833"/>
    <p1510:client id="{8E5CC3DA-F288-47C8-8AF6-DA5B2D47099C}" v="1" dt="2026-03-14T05:34:18.1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5033" autoAdjust="0"/>
  </p:normalViewPr>
  <p:slideViewPr>
    <p:cSldViewPr snapToGrid="0">
      <p:cViewPr varScale="1">
        <p:scale>
          <a:sx n="79" d="100"/>
          <a:sy n="79" d="100"/>
        </p:scale>
        <p:origin x="77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a-jung Yeh" userId="f328d6f4-0757-42dc-943f-c4685e047ee8" providerId="ADAL" clId="{9933DEDF-4EA9-41B4-B723-57F461C3872B}"/>
    <pc:docChg chg="undo redo custSel modSld">
      <pc:chgData name="Chia-jung Yeh" userId="f328d6f4-0757-42dc-943f-c4685e047ee8" providerId="ADAL" clId="{9933DEDF-4EA9-41B4-B723-57F461C3872B}" dt="2026-03-14T05:36:50.241" v="327" actId="14100"/>
      <pc:docMkLst>
        <pc:docMk/>
      </pc:docMkLst>
      <pc:sldChg chg="modSp mod">
        <pc:chgData name="Chia-jung Yeh" userId="f328d6f4-0757-42dc-943f-c4685e047ee8" providerId="ADAL" clId="{9933DEDF-4EA9-41B4-B723-57F461C3872B}" dt="2026-03-14T05:36:50.241" v="327" actId="14100"/>
        <pc:sldMkLst>
          <pc:docMk/>
          <pc:sldMk cId="815722615" sldId="258"/>
        </pc:sldMkLst>
        <pc:spChg chg="mod">
          <ac:chgData name="Chia-jung Yeh" userId="f328d6f4-0757-42dc-943f-c4685e047ee8" providerId="ADAL" clId="{9933DEDF-4EA9-41B4-B723-57F461C3872B}" dt="2026-03-14T05:35:55.729" v="314" actId="1076"/>
          <ac:spMkLst>
            <pc:docMk/>
            <pc:sldMk cId="815722615" sldId="258"/>
            <ac:spMk id="4" creationId="{BBC77D55-0F30-DBCC-2F6C-34D98A790D09}"/>
          </ac:spMkLst>
        </pc:spChg>
        <pc:spChg chg="mod">
          <ac:chgData name="Chia-jung Yeh" userId="f328d6f4-0757-42dc-943f-c4685e047ee8" providerId="ADAL" clId="{9933DEDF-4EA9-41B4-B723-57F461C3872B}" dt="2026-03-14T05:34:51.612" v="252" actId="403"/>
          <ac:spMkLst>
            <pc:docMk/>
            <pc:sldMk cId="815722615" sldId="258"/>
            <ac:spMk id="11" creationId="{A6D47305-10A5-9C2F-2B1B-BC1AEAAAD62D}"/>
          </ac:spMkLst>
        </pc:spChg>
        <pc:spChg chg="mod">
          <ac:chgData name="Chia-jung Yeh" userId="f328d6f4-0757-42dc-943f-c4685e047ee8" providerId="ADAL" clId="{9933DEDF-4EA9-41B4-B723-57F461C3872B}" dt="2026-03-14T05:34:51.612" v="252" actId="403"/>
          <ac:spMkLst>
            <pc:docMk/>
            <pc:sldMk cId="815722615" sldId="258"/>
            <ac:spMk id="12" creationId="{F97AB10E-8BB9-5968-2713-89DB932E6F60}"/>
          </ac:spMkLst>
        </pc:spChg>
        <pc:spChg chg="mod">
          <ac:chgData name="Chia-jung Yeh" userId="f328d6f4-0757-42dc-943f-c4685e047ee8" providerId="ADAL" clId="{9933DEDF-4EA9-41B4-B723-57F461C3872B}" dt="2026-03-14T05:34:51.612" v="252" actId="403"/>
          <ac:spMkLst>
            <pc:docMk/>
            <pc:sldMk cId="815722615" sldId="258"/>
            <ac:spMk id="14" creationId="{E4C7D43E-543B-FF03-A619-E9AD806A670B}"/>
          </ac:spMkLst>
        </pc:spChg>
        <pc:spChg chg="mod">
          <ac:chgData name="Chia-jung Yeh" userId="f328d6f4-0757-42dc-943f-c4685e047ee8" providerId="ADAL" clId="{9933DEDF-4EA9-41B4-B723-57F461C3872B}" dt="2026-03-14T05:34:51.612" v="252" actId="403"/>
          <ac:spMkLst>
            <pc:docMk/>
            <pc:sldMk cId="815722615" sldId="258"/>
            <ac:spMk id="18" creationId="{4E3A2EDE-2ED0-B844-3272-478842FFC5F0}"/>
          </ac:spMkLst>
        </pc:spChg>
        <pc:spChg chg="mod">
          <ac:chgData name="Chia-jung Yeh" userId="f328d6f4-0757-42dc-943f-c4685e047ee8" providerId="ADAL" clId="{9933DEDF-4EA9-41B4-B723-57F461C3872B}" dt="2026-03-14T05:34:51.612" v="252" actId="403"/>
          <ac:spMkLst>
            <pc:docMk/>
            <pc:sldMk cId="815722615" sldId="258"/>
            <ac:spMk id="22" creationId="{305622B7-C921-99F9-129C-56F39376B51A}"/>
          </ac:spMkLst>
        </pc:spChg>
        <pc:spChg chg="mod">
          <ac:chgData name="Chia-jung Yeh" userId="f328d6f4-0757-42dc-943f-c4685e047ee8" providerId="ADAL" clId="{9933DEDF-4EA9-41B4-B723-57F461C3872B}" dt="2026-03-14T05:34:51.612" v="252" actId="403"/>
          <ac:spMkLst>
            <pc:docMk/>
            <pc:sldMk cId="815722615" sldId="258"/>
            <ac:spMk id="35" creationId="{11924337-39B6-3A0E-2D7D-FD576261F3FA}"/>
          </ac:spMkLst>
        </pc:spChg>
        <pc:spChg chg="mod">
          <ac:chgData name="Chia-jung Yeh" userId="f328d6f4-0757-42dc-943f-c4685e047ee8" providerId="ADAL" clId="{9933DEDF-4EA9-41B4-B723-57F461C3872B}" dt="2026-03-14T05:34:51.612" v="252" actId="403"/>
          <ac:spMkLst>
            <pc:docMk/>
            <pc:sldMk cId="815722615" sldId="258"/>
            <ac:spMk id="68" creationId="{13FF6909-C614-20B7-DC6E-64471357FFCB}"/>
          </ac:spMkLst>
        </pc:spChg>
        <pc:spChg chg="mod">
          <ac:chgData name="Chia-jung Yeh" userId="f328d6f4-0757-42dc-943f-c4685e047ee8" providerId="ADAL" clId="{9933DEDF-4EA9-41B4-B723-57F461C3872B}" dt="2026-03-14T05:34:51.612" v="252" actId="403"/>
          <ac:spMkLst>
            <pc:docMk/>
            <pc:sldMk cId="815722615" sldId="258"/>
            <ac:spMk id="77" creationId="{17D1597C-50BF-35B9-0326-415582335219}"/>
          </ac:spMkLst>
        </pc:spChg>
        <pc:spChg chg="mod">
          <ac:chgData name="Chia-jung Yeh" userId="f328d6f4-0757-42dc-943f-c4685e047ee8" providerId="ADAL" clId="{9933DEDF-4EA9-41B4-B723-57F461C3872B}" dt="2026-03-14T05:36:03.739" v="326" actId="1076"/>
          <ac:spMkLst>
            <pc:docMk/>
            <pc:sldMk cId="815722615" sldId="258"/>
            <ac:spMk id="84" creationId="{D9E25D2A-AB77-3A41-D1F8-F66E2F984EBD}"/>
          </ac:spMkLst>
        </pc:spChg>
        <pc:spChg chg="mod">
          <ac:chgData name="Chia-jung Yeh" userId="f328d6f4-0757-42dc-943f-c4685e047ee8" providerId="ADAL" clId="{9933DEDF-4EA9-41B4-B723-57F461C3872B}" dt="2026-03-14T05:35:57.234" v="315" actId="1076"/>
          <ac:spMkLst>
            <pc:docMk/>
            <pc:sldMk cId="815722615" sldId="258"/>
            <ac:spMk id="90" creationId="{E12E873F-EC23-A0D0-5A82-66DBF1E15212}"/>
          </ac:spMkLst>
        </pc:spChg>
        <pc:spChg chg="mod">
          <ac:chgData name="Chia-jung Yeh" userId="f328d6f4-0757-42dc-943f-c4685e047ee8" providerId="ADAL" clId="{9933DEDF-4EA9-41B4-B723-57F461C3872B}" dt="2026-03-14T05:36:50.241" v="327" actId="14100"/>
          <ac:spMkLst>
            <pc:docMk/>
            <pc:sldMk cId="815722615" sldId="258"/>
            <ac:spMk id="102" creationId="{1A7BA670-1530-D566-ECE3-546BBB4F83C4}"/>
          </ac:spMkLst>
        </pc:spChg>
        <pc:spChg chg="mod">
          <ac:chgData name="Chia-jung Yeh" userId="f328d6f4-0757-42dc-943f-c4685e047ee8" providerId="ADAL" clId="{9933DEDF-4EA9-41B4-B723-57F461C3872B}" dt="2026-03-14T05:34:51.612" v="252" actId="403"/>
          <ac:spMkLst>
            <pc:docMk/>
            <pc:sldMk cId="815722615" sldId="258"/>
            <ac:spMk id="103" creationId="{81546DD3-1427-3952-6534-07E5535F16EB}"/>
          </ac:spMkLst>
        </pc:spChg>
        <pc:spChg chg="mod">
          <ac:chgData name="Chia-jung Yeh" userId="f328d6f4-0757-42dc-943f-c4685e047ee8" providerId="ADAL" clId="{9933DEDF-4EA9-41B4-B723-57F461C3872B}" dt="2026-03-14T05:34:51.612" v="252" actId="403"/>
          <ac:spMkLst>
            <pc:docMk/>
            <pc:sldMk cId="815722615" sldId="258"/>
            <ac:spMk id="105" creationId="{A8E0EACA-F5E7-1D31-E948-E1F9D198C69F}"/>
          </ac:spMkLst>
        </pc:spChg>
      </pc:sldChg>
      <pc:sldChg chg="addSp delSp modSp mod">
        <pc:chgData name="Chia-jung Yeh" userId="f328d6f4-0757-42dc-943f-c4685e047ee8" providerId="ADAL" clId="{9933DEDF-4EA9-41B4-B723-57F461C3872B}" dt="2026-03-14T04:23:18.142" v="196" actId="20577"/>
        <pc:sldMkLst>
          <pc:docMk/>
          <pc:sldMk cId="683953178" sldId="261"/>
        </pc:sldMkLst>
        <pc:spChg chg="mod">
          <ac:chgData name="Chia-jung Yeh" userId="f328d6f4-0757-42dc-943f-c4685e047ee8" providerId="ADAL" clId="{9933DEDF-4EA9-41B4-B723-57F461C3872B}" dt="2026-03-14T04:23:18.142" v="196" actId="20577"/>
          <ac:spMkLst>
            <pc:docMk/>
            <pc:sldMk cId="683953178" sldId="261"/>
            <ac:spMk id="9" creationId="{D120717A-ABE5-EF41-8EBD-2CCC5F46CE03}"/>
          </ac:spMkLst>
        </pc:spChg>
        <pc:spChg chg="mod">
          <ac:chgData name="Chia-jung Yeh" userId="f328d6f4-0757-42dc-943f-c4685e047ee8" providerId="ADAL" clId="{9933DEDF-4EA9-41B4-B723-57F461C3872B}" dt="2026-03-14T03:51:03.091" v="14" actId="2711"/>
          <ac:spMkLst>
            <pc:docMk/>
            <pc:sldMk cId="683953178" sldId="261"/>
            <ac:spMk id="13" creationId="{4B6B7B81-31DD-96D2-846A-66C557DB1C82}"/>
          </ac:spMkLst>
        </pc:spChg>
        <pc:spChg chg="mod">
          <ac:chgData name="Chia-jung Yeh" userId="f328d6f4-0757-42dc-943f-c4685e047ee8" providerId="ADAL" clId="{9933DEDF-4EA9-41B4-B723-57F461C3872B}" dt="2026-03-14T03:51:03.091" v="14" actId="2711"/>
          <ac:spMkLst>
            <pc:docMk/>
            <pc:sldMk cId="683953178" sldId="261"/>
            <ac:spMk id="19" creationId="{A5043CE1-67A3-07EE-00B3-8DE7EE094757}"/>
          </ac:spMkLst>
        </pc:spChg>
        <pc:spChg chg="mod">
          <ac:chgData name="Chia-jung Yeh" userId="f328d6f4-0757-42dc-943f-c4685e047ee8" providerId="ADAL" clId="{9933DEDF-4EA9-41B4-B723-57F461C3872B}" dt="2026-03-14T03:51:00.479" v="13" actId="20577"/>
          <ac:spMkLst>
            <pc:docMk/>
            <pc:sldMk cId="683953178" sldId="261"/>
            <ac:spMk id="41" creationId="{F48E67BE-BB84-0B1E-6B77-07AF170E224F}"/>
          </ac:spMkLst>
        </pc:spChg>
        <pc:spChg chg="mod">
          <ac:chgData name="Chia-jung Yeh" userId="f328d6f4-0757-42dc-943f-c4685e047ee8" providerId="ADAL" clId="{9933DEDF-4EA9-41B4-B723-57F461C3872B}" dt="2026-03-14T03:54:04.431" v="98" actId="20577"/>
          <ac:spMkLst>
            <pc:docMk/>
            <pc:sldMk cId="683953178" sldId="261"/>
            <ac:spMk id="45" creationId="{FA032930-4E41-824F-649D-453C4BD8FD60}"/>
          </ac:spMkLst>
        </pc:spChg>
        <pc:spChg chg="mod">
          <ac:chgData name="Chia-jung Yeh" userId="f328d6f4-0757-42dc-943f-c4685e047ee8" providerId="ADAL" clId="{9933DEDF-4EA9-41B4-B723-57F461C3872B}" dt="2026-03-14T03:54:00.951" v="90" actId="1076"/>
          <ac:spMkLst>
            <pc:docMk/>
            <pc:sldMk cId="683953178" sldId="261"/>
            <ac:spMk id="46" creationId="{977BE373-6689-EDDC-201D-FE361F100215}"/>
          </ac:spMkLst>
        </pc:spChg>
        <pc:spChg chg="mod">
          <ac:chgData name="Chia-jung Yeh" userId="f328d6f4-0757-42dc-943f-c4685e047ee8" providerId="ADAL" clId="{9933DEDF-4EA9-41B4-B723-57F461C3872B}" dt="2026-03-14T03:53:40.860" v="51" actId="1076"/>
          <ac:spMkLst>
            <pc:docMk/>
            <pc:sldMk cId="683953178" sldId="261"/>
            <ac:spMk id="47" creationId="{4B50921A-83C7-7276-DE5A-1FE682F0056A}"/>
          </ac:spMkLst>
        </pc:spChg>
        <pc:spChg chg="mod">
          <ac:chgData name="Chia-jung Yeh" userId="f328d6f4-0757-42dc-943f-c4685e047ee8" providerId="ADAL" clId="{9933DEDF-4EA9-41B4-B723-57F461C3872B}" dt="2026-03-14T03:57:27.726" v="163" actId="1076"/>
          <ac:spMkLst>
            <pc:docMk/>
            <pc:sldMk cId="683953178" sldId="261"/>
            <ac:spMk id="48" creationId="{5487A05D-D9E4-22BE-6C25-2D00D02ECB6C}"/>
          </ac:spMkLst>
        </pc:spChg>
        <pc:spChg chg="mod">
          <ac:chgData name="Chia-jung Yeh" userId="f328d6f4-0757-42dc-943f-c4685e047ee8" providerId="ADAL" clId="{9933DEDF-4EA9-41B4-B723-57F461C3872B}" dt="2026-03-14T03:57:34.117" v="180" actId="1076"/>
          <ac:spMkLst>
            <pc:docMk/>
            <pc:sldMk cId="683953178" sldId="261"/>
            <ac:spMk id="49" creationId="{E43C5A60-420C-65AE-19A0-ED1E6774E8A3}"/>
          </ac:spMkLst>
        </pc:spChg>
        <pc:spChg chg="mod">
          <ac:chgData name="Chia-jung Yeh" userId="f328d6f4-0757-42dc-943f-c4685e047ee8" providerId="ADAL" clId="{9933DEDF-4EA9-41B4-B723-57F461C3872B}" dt="2026-03-14T03:55:20.948" v="156" actId="1076"/>
          <ac:spMkLst>
            <pc:docMk/>
            <pc:sldMk cId="683953178" sldId="261"/>
            <ac:spMk id="50" creationId="{B3FE3B7E-CC91-81B1-F377-F19608B8B42D}"/>
          </ac:spMkLst>
        </pc:spChg>
        <pc:spChg chg="mod">
          <ac:chgData name="Chia-jung Yeh" userId="f328d6f4-0757-42dc-943f-c4685e047ee8" providerId="ADAL" clId="{9933DEDF-4EA9-41B4-B723-57F461C3872B}" dt="2026-03-14T03:54:59.513" v="148" actId="1076"/>
          <ac:spMkLst>
            <pc:docMk/>
            <pc:sldMk cId="683953178" sldId="261"/>
            <ac:spMk id="51" creationId="{251C06B7-B0FD-6F25-C83F-32883653A9A1}"/>
          </ac:spMkLst>
        </pc:spChg>
        <pc:spChg chg="mod">
          <ac:chgData name="Chia-jung Yeh" userId="f328d6f4-0757-42dc-943f-c4685e047ee8" providerId="ADAL" clId="{9933DEDF-4EA9-41B4-B723-57F461C3872B}" dt="2026-03-14T03:54:22.074" v="133" actId="115"/>
          <ac:spMkLst>
            <pc:docMk/>
            <pc:sldMk cId="683953178" sldId="261"/>
            <ac:spMk id="53" creationId="{F7F30FD3-EADD-79B9-38C5-40897A2AE014}"/>
          </ac:spMkLst>
        </pc:spChg>
        <pc:spChg chg="mod">
          <ac:chgData name="Chia-jung Yeh" userId="f328d6f4-0757-42dc-943f-c4685e047ee8" providerId="ADAL" clId="{9933DEDF-4EA9-41B4-B723-57F461C3872B}" dt="2026-03-14T03:51:03.091" v="14" actId="2711"/>
          <ac:spMkLst>
            <pc:docMk/>
            <pc:sldMk cId="683953178" sldId="261"/>
            <ac:spMk id="54" creationId="{A5CEB656-0359-821E-08DE-C21C358CEEBC}"/>
          </ac:spMkLst>
        </pc:spChg>
        <pc:picChg chg="add del mod modCrop">
          <ac:chgData name="Chia-jung Yeh" userId="f328d6f4-0757-42dc-943f-c4685e047ee8" providerId="ADAL" clId="{9933DEDF-4EA9-41B4-B723-57F461C3872B}" dt="2026-03-14T03:58:02.805" v="188" actId="21"/>
          <ac:picMkLst>
            <pc:docMk/>
            <pc:sldMk cId="683953178" sldId="261"/>
            <ac:picMk id="2" creationId="{8983B5C0-9A20-7002-4E50-46BEC515E259}"/>
          </ac:picMkLst>
        </pc:picChg>
        <pc:cxnChg chg="mod">
          <ac:chgData name="Chia-jung Yeh" userId="f328d6f4-0757-42dc-943f-c4685e047ee8" providerId="ADAL" clId="{9933DEDF-4EA9-41B4-B723-57F461C3872B}" dt="2026-03-14T03:56:17.053" v="161" actId="1076"/>
          <ac:cxnSpMkLst>
            <pc:docMk/>
            <pc:sldMk cId="683953178" sldId="261"/>
            <ac:cxnSpMk id="38" creationId="{EFDB0A4E-C7DD-97B4-F60E-2B10484DA89D}"/>
          </ac:cxnSpMkLst>
        </pc:cxnChg>
      </pc:sldChg>
      <pc:sldChg chg="modSp mod modTransition">
        <pc:chgData name="Chia-jung Yeh" userId="f328d6f4-0757-42dc-943f-c4685e047ee8" providerId="ADAL" clId="{9933DEDF-4EA9-41B4-B723-57F461C3872B}" dt="2026-03-14T05:34:21.733" v="246" actId="2711"/>
        <pc:sldMkLst>
          <pc:docMk/>
          <pc:sldMk cId="3159768364" sldId="264"/>
        </pc:sldMkLst>
        <pc:spChg chg="mod">
          <ac:chgData name="Chia-jung Yeh" userId="f328d6f4-0757-42dc-943f-c4685e047ee8" providerId="ADAL" clId="{9933DEDF-4EA9-41B4-B723-57F461C3872B}" dt="2026-03-14T05:34:21.733" v="246" actId="2711"/>
          <ac:spMkLst>
            <pc:docMk/>
            <pc:sldMk cId="3159768364" sldId="264"/>
            <ac:spMk id="4" creationId="{2DDD5419-4378-ADEE-2258-5C23B6960A79}"/>
          </ac:spMkLst>
        </pc:spChg>
        <pc:spChg chg="mod">
          <ac:chgData name="Chia-jung Yeh" userId="f328d6f4-0757-42dc-943f-c4685e047ee8" providerId="ADAL" clId="{9933DEDF-4EA9-41B4-B723-57F461C3872B}" dt="2026-03-14T05:34:21.733" v="246" actId="2711"/>
          <ac:spMkLst>
            <pc:docMk/>
            <pc:sldMk cId="3159768364" sldId="264"/>
            <ac:spMk id="10" creationId="{11DF0200-E702-5374-5371-CE15E1FC34D3}"/>
          </ac:spMkLst>
        </pc:spChg>
        <pc:spChg chg="mod">
          <ac:chgData name="Chia-jung Yeh" userId="f328d6f4-0757-42dc-943f-c4685e047ee8" providerId="ADAL" clId="{9933DEDF-4EA9-41B4-B723-57F461C3872B}" dt="2026-03-14T05:34:21.733" v="246" actId="2711"/>
          <ac:spMkLst>
            <pc:docMk/>
            <pc:sldMk cId="3159768364" sldId="264"/>
            <ac:spMk id="18" creationId="{74CAF89B-8AAC-92D5-F3D1-79F60849A2C6}"/>
          </ac:spMkLst>
        </pc:spChg>
        <pc:spChg chg="mod">
          <ac:chgData name="Chia-jung Yeh" userId="f328d6f4-0757-42dc-943f-c4685e047ee8" providerId="ADAL" clId="{9933DEDF-4EA9-41B4-B723-57F461C3872B}" dt="2026-03-14T05:34:21.733" v="246" actId="2711"/>
          <ac:spMkLst>
            <pc:docMk/>
            <pc:sldMk cId="3159768364" sldId="264"/>
            <ac:spMk id="20" creationId="{43C055E5-79B5-4C37-DB78-8E839AE6BC85}"/>
          </ac:spMkLst>
        </pc:spChg>
        <pc:spChg chg="mod">
          <ac:chgData name="Chia-jung Yeh" userId="f328d6f4-0757-42dc-943f-c4685e047ee8" providerId="ADAL" clId="{9933DEDF-4EA9-41B4-B723-57F461C3872B}" dt="2026-03-14T05:34:21.733" v="246" actId="2711"/>
          <ac:spMkLst>
            <pc:docMk/>
            <pc:sldMk cId="3159768364" sldId="264"/>
            <ac:spMk id="21" creationId="{8FBD1120-C782-895A-23AD-B0C5D871B4AB}"/>
          </ac:spMkLst>
        </pc:spChg>
        <pc:spChg chg="mod">
          <ac:chgData name="Chia-jung Yeh" userId="f328d6f4-0757-42dc-943f-c4685e047ee8" providerId="ADAL" clId="{9933DEDF-4EA9-41B4-B723-57F461C3872B}" dt="2026-03-14T05:34:21.733" v="246" actId="2711"/>
          <ac:spMkLst>
            <pc:docMk/>
            <pc:sldMk cId="3159768364" sldId="264"/>
            <ac:spMk id="24" creationId="{2AF61D61-EC1A-86E1-7130-BF791190B831}"/>
          </ac:spMkLst>
        </pc:spChg>
        <pc:spChg chg="mod">
          <ac:chgData name="Chia-jung Yeh" userId="f328d6f4-0757-42dc-943f-c4685e047ee8" providerId="ADAL" clId="{9933DEDF-4EA9-41B4-B723-57F461C3872B}" dt="2026-03-14T05:34:21.733" v="246" actId="2711"/>
          <ac:spMkLst>
            <pc:docMk/>
            <pc:sldMk cId="3159768364" sldId="264"/>
            <ac:spMk id="38" creationId="{11C5CF58-5AD9-0FA6-746B-A43433F7CDA3}"/>
          </ac:spMkLst>
        </pc:spChg>
        <pc:spChg chg="mod">
          <ac:chgData name="Chia-jung Yeh" userId="f328d6f4-0757-42dc-943f-c4685e047ee8" providerId="ADAL" clId="{9933DEDF-4EA9-41B4-B723-57F461C3872B}" dt="2026-03-14T05:34:21.733" v="246" actId="2711"/>
          <ac:spMkLst>
            <pc:docMk/>
            <pc:sldMk cId="3159768364" sldId="264"/>
            <ac:spMk id="66" creationId="{D36BCC1F-8900-B970-74AF-165FA1F691C6}"/>
          </ac:spMkLst>
        </pc:spChg>
        <pc:spChg chg="mod">
          <ac:chgData name="Chia-jung Yeh" userId="f328d6f4-0757-42dc-943f-c4685e047ee8" providerId="ADAL" clId="{9933DEDF-4EA9-41B4-B723-57F461C3872B}" dt="2026-03-14T05:34:21.733" v="246" actId="2711"/>
          <ac:spMkLst>
            <pc:docMk/>
            <pc:sldMk cId="3159768364" sldId="264"/>
            <ac:spMk id="90" creationId="{01F753FD-AADD-D0AE-BA9C-EE3D2B751AB6}"/>
          </ac:spMkLst>
        </pc:spChg>
        <pc:spChg chg="mod">
          <ac:chgData name="Chia-jung Yeh" userId="f328d6f4-0757-42dc-943f-c4685e047ee8" providerId="ADAL" clId="{9933DEDF-4EA9-41B4-B723-57F461C3872B}" dt="2026-03-14T05:33:12.878" v="204" actId="20577"/>
          <ac:spMkLst>
            <pc:docMk/>
            <pc:sldMk cId="3159768364" sldId="264"/>
            <ac:spMk id="102" creationId="{FF0D5294-99FF-A31D-CF04-06F041D76F1F}"/>
          </ac:spMkLst>
        </pc:spChg>
        <pc:spChg chg="mod">
          <ac:chgData name="Chia-jung Yeh" userId="f328d6f4-0757-42dc-943f-c4685e047ee8" providerId="ADAL" clId="{9933DEDF-4EA9-41B4-B723-57F461C3872B}" dt="2026-03-14T05:33:40.619" v="235" actId="20577"/>
          <ac:spMkLst>
            <pc:docMk/>
            <pc:sldMk cId="3159768364" sldId="264"/>
            <ac:spMk id="103" creationId="{FDB6FBF8-EF83-B907-0B8B-3385DC860838}"/>
          </ac:spMkLst>
        </pc:spChg>
        <pc:spChg chg="mod">
          <ac:chgData name="Chia-jung Yeh" userId="f328d6f4-0757-42dc-943f-c4685e047ee8" providerId="ADAL" clId="{9933DEDF-4EA9-41B4-B723-57F461C3872B}" dt="2026-03-14T05:33:20.430" v="209" actId="20577"/>
          <ac:spMkLst>
            <pc:docMk/>
            <pc:sldMk cId="3159768364" sldId="264"/>
            <ac:spMk id="105" creationId="{AE6121BC-00B0-994A-5141-70E4910A81E7}"/>
          </ac:spMkLst>
        </pc:spChg>
        <pc:spChg chg="mod">
          <ac:chgData name="Chia-jung Yeh" userId="f328d6f4-0757-42dc-943f-c4685e047ee8" providerId="ADAL" clId="{9933DEDF-4EA9-41B4-B723-57F461C3872B}" dt="2026-03-14T05:33:34.308" v="224" actId="20577"/>
          <ac:spMkLst>
            <pc:docMk/>
            <pc:sldMk cId="3159768364" sldId="264"/>
            <ac:spMk id="106" creationId="{9F447162-41AC-83C6-2CBB-FFD35FCD4411}"/>
          </ac:spMkLst>
        </pc:spChg>
        <pc:spChg chg="mod">
          <ac:chgData name="Chia-jung Yeh" userId="f328d6f4-0757-42dc-943f-c4685e047ee8" providerId="ADAL" clId="{9933DEDF-4EA9-41B4-B723-57F461C3872B}" dt="2026-03-14T05:34:21.733" v="246" actId="2711"/>
          <ac:spMkLst>
            <pc:docMk/>
            <pc:sldMk cId="3159768364" sldId="264"/>
            <ac:spMk id="107" creationId="{F1D74D21-D6BC-5446-2846-25941F9379BB}"/>
          </ac:spMkLst>
        </pc:spChg>
        <pc:spChg chg="mod">
          <ac:chgData name="Chia-jung Yeh" userId="f328d6f4-0757-42dc-943f-c4685e047ee8" providerId="ADAL" clId="{9933DEDF-4EA9-41B4-B723-57F461C3872B}" dt="2026-03-14T05:33:37.487" v="229" actId="6549"/>
          <ac:spMkLst>
            <pc:docMk/>
            <pc:sldMk cId="3159768364" sldId="264"/>
            <ac:spMk id="109" creationId="{963C8CFA-AFD0-420A-DFF6-9432CE011C1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64F11-4C12-4974-F33E-8129707C5C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325DFE-6CD7-E105-E4E3-26BE8F6366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7A8F2-EF3D-C697-C0FE-2F1B77989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311DF-3D0C-44AB-BEBF-692FE50B9137}" type="datetimeFigureOut">
              <a:rPr lang="en-GB" smtClean="0"/>
              <a:t>14/03/2026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7F8822-2673-FAF2-0C89-91DC2F2B3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5477E-D526-A951-9423-8137988D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6C36C-43DC-47F5-A819-270167DBF3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9514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8E73C-4D47-5860-DFDD-89518EBB6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F0342-3DE5-07C2-9F78-6B23977DE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CCD0F-A02E-7B5A-97F2-95CEC7C61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311DF-3D0C-44AB-BEBF-692FE50B9137}" type="datetimeFigureOut">
              <a:rPr lang="en-GB" smtClean="0"/>
              <a:t>14/03/2026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90C674-0468-8336-7551-893533274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292D9-ED28-4B9E-BC9E-F9DCDDA92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6C36C-43DC-47F5-A819-270167DBF3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8265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7AF8F-9170-132D-935C-C4F5FF1C1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35806C-266D-C7C8-CA5F-91A50CD500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06E023-D4EF-A74C-052A-8AC6C1EA8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311DF-3D0C-44AB-BEBF-692FE50B9137}" type="datetimeFigureOut">
              <a:rPr lang="en-GB" smtClean="0"/>
              <a:t>14/03/2026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561628-1C7C-9448-2AEC-4F1A32299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3EC183-79EF-98C6-6DDD-841FCA9F2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6C36C-43DC-47F5-A819-270167DBF3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9413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9829E-C71F-0C93-2E0D-7231FFA4B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36933-CB7B-EA5A-4393-9BE9416309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03CFCE-7CE4-8D8F-7AB8-7848669C1C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81C2B2-39F2-FAB5-85A6-110AF6F97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311DF-3D0C-44AB-BEBF-692FE50B9137}" type="datetimeFigureOut">
              <a:rPr lang="en-GB" smtClean="0"/>
              <a:t>14/03/2026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08688B-DF65-7E05-7AB5-FF3EDC11C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CAD16D-2875-7F3B-59DC-16F78D5CF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6C36C-43DC-47F5-A819-270167DBF3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6511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5B7A8-44BC-E4C7-29B3-12F75011C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86A32C-B579-1CB8-5966-F0FA1828DF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2AD9B5-A0CF-6049-8D72-F8DFE6F3C4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33C8F4-E60A-60FE-28D8-43FD09A8B2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121E9C-A8F0-636E-5DDE-FB126328A5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9DC76E-2A12-18A9-AB41-0F9AABCF8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311DF-3D0C-44AB-BEBF-692FE50B9137}" type="datetimeFigureOut">
              <a:rPr lang="en-GB" smtClean="0"/>
              <a:t>14/03/2026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F771DD-9656-691B-B386-1D39FC969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F9796A-6005-3093-5488-7E3F1DB26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6C36C-43DC-47F5-A819-270167DBF3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437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34D4B-DCB1-9E76-CD1A-09248BFB8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179CF3-3746-3DEF-A129-5E9FD59D8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311DF-3D0C-44AB-BEBF-692FE50B9137}" type="datetimeFigureOut">
              <a:rPr lang="en-GB" smtClean="0"/>
              <a:t>14/03/2026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E73B5A-EF9B-F99F-03C9-780DF5021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B3E9DC-EE20-B2FD-7ED0-C83678365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6C36C-43DC-47F5-A819-270167DBF3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5739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DA711A-9151-7599-2481-C74964976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311DF-3D0C-44AB-BEBF-692FE50B9137}" type="datetimeFigureOut">
              <a:rPr lang="en-GB" smtClean="0"/>
              <a:t>14/03/2026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745571-4F46-68F4-F4C9-D0671B9F2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93752A-BD03-388B-E116-D827D9BCB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6C36C-43DC-47F5-A819-270167DBF3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1035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5878D-5A73-5FAB-88E7-B60047DDF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C03EB-2DD1-8287-FAD4-6EC7818136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A5DBDE-BF91-89F0-637A-74EA966410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D3B025-FC4C-6F5B-E7D9-068528625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311DF-3D0C-44AB-BEBF-692FE50B9137}" type="datetimeFigureOut">
              <a:rPr lang="en-GB" smtClean="0"/>
              <a:t>14/03/2026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41FED0-CF82-C52C-1C0A-AB3444057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818575-4391-0962-ABAA-79EB058E4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6C36C-43DC-47F5-A819-270167DBF3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8237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2E968-71E4-93FF-2DF5-D1F3C0D65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902E5C-F9CB-2FD5-EFCA-0277EE55D0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B5B7EF-38B0-3477-C8FF-A869126E05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39457-F02C-2D2C-4750-FA26C57F8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311DF-3D0C-44AB-BEBF-692FE50B9137}" type="datetimeFigureOut">
              <a:rPr lang="en-GB" smtClean="0"/>
              <a:t>14/03/2026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C4EB9C-E1A8-98A9-B7BD-805945BC8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DE0855-9953-47A4-5EC3-D9533559A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6C36C-43DC-47F5-A819-270167DBF3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7615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68149-77A6-7B88-B88B-69551FD20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6D6A79-4A29-9C81-9346-1766955BF1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6F8B8-51C4-3F15-15CD-DAC1C64FD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311DF-3D0C-44AB-BEBF-692FE50B9137}" type="datetimeFigureOut">
              <a:rPr lang="en-GB" smtClean="0"/>
              <a:t>14/03/2026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C4FB5-CE29-299B-D616-27C53BE64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CE0FE-8BE5-4AD3-9269-A6B504A3F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6C36C-43DC-47F5-A819-270167DBF3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9813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07AF48-BBD4-CC87-D087-7131C212E6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D2AA6-AF66-2717-A943-560680AAC0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49849-AE27-7945-A98B-D8ABD8CA1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311DF-3D0C-44AB-BEBF-692FE50B9137}" type="datetimeFigureOut">
              <a:rPr lang="en-GB" smtClean="0"/>
              <a:t>14/03/2026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5B4075-CD45-E811-3773-C5A9F92EA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9D3A26-6576-0465-1F0D-217D12C38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6C36C-43DC-47F5-A819-270167DBF3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9362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4C501B-4693-2675-814F-44A540FDC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28513F-5422-BFD4-532E-4B9B73B106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20E0F5-EE74-7A62-AB56-A1D96B5045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C311DF-3D0C-44AB-BEBF-692FE50B9137}" type="datetimeFigureOut">
              <a:rPr lang="en-GB" smtClean="0"/>
              <a:t>14/03/2026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AF3911-B176-617D-80CA-A591FC5FC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5228D8-A1B5-EA6A-AF68-23E350F4DF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86C36C-43DC-47F5-A819-270167DBF3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0162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A5CEB656-0359-821E-08DE-C21C358CEEBC}"/>
              </a:ext>
            </a:extLst>
          </p:cNvPr>
          <p:cNvSpPr/>
          <p:nvPr/>
        </p:nvSpPr>
        <p:spPr>
          <a:xfrm>
            <a:off x="6307412" y="590756"/>
            <a:ext cx="7358050" cy="5254995"/>
          </a:xfrm>
          <a:prstGeom prst="rect">
            <a:avLst/>
          </a:prstGeom>
          <a:solidFill>
            <a:srgbClr val="FFF3FD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Tw Cen MT" panose="020B0602020104020603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043CE1-67A3-07EE-00B3-8DE7EE094757}"/>
              </a:ext>
            </a:extLst>
          </p:cNvPr>
          <p:cNvSpPr/>
          <p:nvPr/>
        </p:nvSpPr>
        <p:spPr>
          <a:xfrm>
            <a:off x="-99940" y="449971"/>
            <a:ext cx="5933992" cy="5536567"/>
          </a:xfrm>
          <a:prstGeom prst="rect">
            <a:avLst/>
          </a:prstGeom>
          <a:solidFill>
            <a:srgbClr val="FFF8E5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Tw Cen MT" panose="020B06020201040206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DCB42A-260B-6DAF-39EB-24A63CB6981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Marke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5695" y="449971"/>
            <a:ext cx="1400791" cy="14007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5C5161B-AF09-82F4-D471-31AE5D3B366F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75000"/>
          </a:blip>
          <a:stretch>
            <a:fillRect/>
          </a:stretch>
        </p:blipFill>
        <p:spPr>
          <a:xfrm>
            <a:off x="1667890" y="3503040"/>
            <a:ext cx="707308" cy="826326"/>
          </a:xfrm>
          <a:prstGeom prst="rect">
            <a:avLst/>
          </a:prstGeom>
        </p:spPr>
      </p:pic>
      <p:pic>
        <p:nvPicPr>
          <p:cNvPr id="6" name="Graphic 5" descr="Bar chart with solid fill">
            <a:extLst>
              <a:ext uri="{FF2B5EF4-FFF2-40B4-BE49-F238E27FC236}">
                <a16:creationId xmlns:a16="http://schemas.microsoft.com/office/drawing/2014/main" id="{FC581FCD-45F1-6ECA-5336-28AF454B74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006" y="2405344"/>
            <a:ext cx="914400" cy="914400"/>
          </a:xfrm>
          <a:prstGeom prst="rect">
            <a:avLst/>
          </a:prstGeom>
        </p:spPr>
      </p:pic>
      <p:pic>
        <p:nvPicPr>
          <p:cNvPr id="7" name="Graphic 6" descr="Table with solid fill">
            <a:extLst>
              <a:ext uri="{FF2B5EF4-FFF2-40B4-BE49-F238E27FC236}">
                <a16:creationId xmlns:a16="http://schemas.microsoft.com/office/drawing/2014/main" id="{0677D785-A73B-1764-6C33-5CCB1FCAA30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3559" y="2451471"/>
            <a:ext cx="914400" cy="914400"/>
          </a:xfrm>
          <a:prstGeom prst="rect">
            <a:avLst/>
          </a:prstGeom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69BA9E71-B5CB-2389-14B3-BD26812B4F87}"/>
              </a:ext>
            </a:extLst>
          </p:cNvPr>
          <p:cNvSpPr/>
          <p:nvPr/>
        </p:nvSpPr>
        <p:spPr>
          <a:xfrm>
            <a:off x="863785" y="1798697"/>
            <a:ext cx="319548" cy="733597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 Cen MT" panose="020B06020201040206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20717A-ABE5-EF41-8EBD-2CCC5F46CE03}"/>
              </a:ext>
            </a:extLst>
          </p:cNvPr>
          <p:cNvSpPr txBox="1"/>
          <p:nvPr/>
        </p:nvSpPr>
        <p:spPr>
          <a:xfrm>
            <a:off x="1429086" y="1141091"/>
            <a:ext cx="18621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TW"/>
            </a:defPPr>
            <a:lvl1pPr>
              <a:defRPr sz="2000" b="1">
                <a:solidFill>
                  <a:schemeClr val="accent1">
                    <a:lumMod val="75000"/>
                  </a:schemeClr>
                </a:solidFill>
                <a:latin typeface="Tw Cen MT" panose="020B0602020104020603" pitchFamily="34" charset="0"/>
                <a:ea typeface="Taipei Sans TC Beta" pitchFamily="2" charset="-120"/>
              </a:defRPr>
            </a:lvl1pPr>
          </a:lstStyle>
          <a:p>
            <a:pPr algn="ctr"/>
            <a:r>
              <a:rPr lang="en-US" sz="2800">
                <a:solidFill>
                  <a:schemeClr val="accent5">
                    <a:lumMod val="75000"/>
                  </a:schemeClr>
                </a:solidFill>
              </a:rPr>
              <a:t>Raw Data</a:t>
            </a:r>
            <a:endParaRPr lang="en-GB" sz="28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B9EB92-BB4F-3E0A-FBEA-0FA9ED432C84}"/>
              </a:ext>
            </a:extLst>
          </p:cNvPr>
          <p:cNvSpPr txBox="1"/>
          <p:nvPr/>
        </p:nvSpPr>
        <p:spPr>
          <a:xfrm>
            <a:off x="1841235" y="2782012"/>
            <a:ext cx="2251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TW"/>
            </a:defPPr>
            <a:lvl1pPr>
              <a:defRPr sz="2000" b="1">
                <a:solidFill>
                  <a:schemeClr val="accent1">
                    <a:lumMod val="75000"/>
                  </a:schemeClr>
                </a:solidFill>
                <a:latin typeface="Tw Cen MT" panose="020B0602020104020603" pitchFamily="34" charset="0"/>
                <a:ea typeface="Taipei Sans TC Beta" pitchFamily="2" charset="-120"/>
              </a:defRPr>
            </a:lvl1pPr>
          </a:lstStyle>
          <a:p>
            <a:pPr algn="ctr"/>
            <a:r>
              <a:rPr lang="en-US" altLang="zh-TW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Information</a:t>
            </a:r>
            <a:endParaRPr lang="en-GB" sz="28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1" name="Graphic 10" descr="Computer with solid fill">
            <a:extLst>
              <a:ext uri="{FF2B5EF4-FFF2-40B4-BE49-F238E27FC236}">
                <a16:creationId xmlns:a16="http://schemas.microsoft.com/office/drawing/2014/main" id="{8DBE7DD3-750F-6E07-3F75-9DFF2552DA8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23635" y="1814821"/>
            <a:ext cx="638804" cy="63880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D966524-709E-FEE6-BE06-7B2C8B670A5A}"/>
              </a:ext>
            </a:extLst>
          </p:cNvPr>
          <p:cNvSpPr txBox="1"/>
          <p:nvPr/>
        </p:nvSpPr>
        <p:spPr>
          <a:xfrm>
            <a:off x="2102741" y="1925321"/>
            <a:ext cx="30722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TW"/>
            </a:defPPr>
            <a:lvl1pPr>
              <a:defRPr sz="2000" b="1">
                <a:solidFill>
                  <a:schemeClr val="accent1">
                    <a:lumMod val="75000"/>
                  </a:schemeClr>
                </a:solidFill>
                <a:latin typeface="Tw Cen MT" panose="020B0602020104020603" pitchFamily="34" charset="0"/>
                <a:ea typeface="Taipei Sans TC Beta" pitchFamily="2" charset="-120"/>
              </a:defRPr>
            </a:lvl1pPr>
          </a:lstStyle>
          <a:p>
            <a:pPr algn="ctr"/>
            <a:r>
              <a:rPr lang="en-US" sz="2400" dirty="0">
                <a:solidFill>
                  <a:schemeClr val="tx1"/>
                </a:solidFill>
              </a:rPr>
              <a:t>Tools/Skills/Theories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4B6B7B81-31DD-96D2-846A-66C557DB1C82}"/>
              </a:ext>
            </a:extLst>
          </p:cNvPr>
          <p:cNvSpPr/>
          <p:nvPr/>
        </p:nvSpPr>
        <p:spPr>
          <a:xfrm>
            <a:off x="863785" y="3458123"/>
            <a:ext cx="319548" cy="1062279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 Cen MT" panose="020B06020201040206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032BDE-9895-4172-EE89-E7AB6D339F47}"/>
              </a:ext>
            </a:extLst>
          </p:cNvPr>
          <p:cNvSpPr txBox="1"/>
          <p:nvPr/>
        </p:nvSpPr>
        <p:spPr>
          <a:xfrm>
            <a:off x="2193039" y="3695419"/>
            <a:ext cx="36410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TW"/>
            </a:defPPr>
            <a:lvl1pPr>
              <a:defRPr sz="2000" b="1">
                <a:solidFill>
                  <a:schemeClr val="accent1">
                    <a:lumMod val="75000"/>
                  </a:schemeClr>
                </a:solidFill>
                <a:latin typeface="Tw Cen MT" panose="020B0602020104020603" pitchFamily="34" charset="0"/>
                <a:ea typeface="Taipei Sans TC Beta" pitchFamily="2" charset="-120"/>
              </a:defRPr>
            </a:lvl1pPr>
          </a:lstStyle>
          <a:p>
            <a:pPr algn="ctr"/>
            <a:r>
              <a:rPr lang="en-US" altLang="zh-TW" sz="2400" dirty="0">
                <a:solidFill>
                  <a:schemeClr val="tx1"/>
                </a:solidFill>
              </a:rPr>
              <a:t>Knowledge/</a:t>
            </a:r>
            <a:r>
              <a:rPr lang="en-US" sz="2400" dirty="0">
                <a:solidFill>
                  <a:schemeClr val="tx1"/>
                </a:solidFill>
              </a:rPr>
              <a:t>Experience</a:t>
            </a:r>
            <a:endParaRPr lang="en-GB" sz="2400" dirty="0">
              <a:solidFill>
                <a:schemeClr val="tx1"/>
              </a:solidFill>
            </a:endParaRPr>
          </a:p>
        </p:txBody>
      </p:sp>
      <p:pic>
        <p:nvPicPr>
          <p:cNvPr id="15" name="Graphic 14" descr="Open book outline">
            <a:extLst>
              <a:ext uri="{FF2B5EF4-FFF2-40B4-BE49-F238E27FC236}">
                <a16:creationId xmlns:a16="http://schemas.microsoft.com/office/drawing/2014/main" id="{48102E05-8645-3808-6280-DF7C077D493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8813819">
            <a:off x="1253745" y="3900099"/>
            <a:ext cx="513970" cy="51397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94E0CD3-CFC1-BE66-C6CF-E4F7CF2B33FC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l="21775" t="13830" r="21689" b="14170"/>
          <a:stretch/>
        </p:blipFill>
        <p:spPr>
          <a:xfrm>
            <a:off x="514686" y="4606334"/>
            <a:ext cx="914400" cy="116449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AABD080-EF13-AB8D-843F-DA52F579370B}"/>
              </a:ext>
            </a:extLst>
          </p:cNvPr>
          <p:cNvSpPr txBox="1"/>
          <p:nvPr/>
        </p:nvSpPr>
        <p:spPr>
          <a:xfrm>
            <a:off x="988046" y="4818097"/>
            <a:ext cx="2251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TW"/>
            </a:defPPr>
            <a:lvl1pPr>
              <a:defRPr sz="2000" b="1">
                <a:solidFill>
                  <a:schemeClr val="accent1">
                    <a:lumMod val="75000"/>
                  </a:schemeClr>
                </a:solidFill>
                <a:latin typeface="Tw Cen MT" panose="020B0602020104020603" pitchFamily="34" charset="0"/>
                <a:ea typeface="Taipei Sans TC Beta" pitchFamily="2" charset="-120"/>
              </a:defRPr>
            </a:lvl1pPr>
          </a:lstStyle>
          <a:p>
            <a:pPr algn="ctr"/>
            <a:r>
              <a:rPr lang="en-US" altLang="zh-TW" sz="2800" dirty="0">
                <a:solidFill>
                  <a:schemeClr val="accent6">
                    <a:lumMod val="75000"/>
                  </a:schemeClr>
                </a:solidFill>
              </a:rPr>
              <a:t>Wisdom</a:t>
            </a:r>
            <a:endParaRPr lang="en-GB" sz="28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EF1617-7E8D-6A58-C82E-E2C72AAE6793}"/>
              </a:ext>
            </a:extLst>
          </p:cNvPr>
          <p:cNvSpPr txBox="1"/>
          <p:nvPr/>
        </p:nvSpPr>
        <p:spPr>
          <a:xfrm>
            <a:off x="1431507" y="5229506"/>
            <a:ext cx="42745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TW"/>
            </a:defPPr>
            <a:lvl1pPr>
              <a:defRPr sz="2000" b="1">
                <a:solidFill>
                  <a:schemeClr val="accent1">
                    <a:lumMod val="75000"/>
                  </a:schemeClr>
                </a:solidFill>
                <a:latin typeface="Tw Cen MT" panose="020B0602020104020603" pitchFamily="34" charset="0"/>
                <a:ea typeface="Taipei Sans TC Beta" pitchFamily="2" charset="-120"/>
              </a:defRPr>
            </a:lvl1pPr>
          </a:lstStyle>
          <a:p>
            <a:r>
              <a:rPr lang="en-US" altLang="zh-TW" dirty="0">
                <a:solidFill>
                  <a:schemeClr val="accent6">
                    <a:lumMod val="75000"/>
                  </a:schemeClr>
                </a:solidFill>
              </a:rPr>
              <a:t>(Policy Implications, Decision Making)</a:t>
            </a:r>
            <a:endParaRPr lang="en-GB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93B5AC9-3DD0-7ED7-C90E-D65C85094E7E}"/>
              </a:ext>
            </a:extLst>
          </p:cNvPr>
          <p:cNvCxnSpPr>
            <a:cxnSpLocks/>
            <a:endCxn id="44" idx="7"/>
          </p:cNvCxnSpPr>
          <p:nvPr/>
        </p:nvCxnSpPr>
        <p:spPr>
          <a:xfrm flipV="1">
            <a:off x="7102557" y="1979978"/>
            <a:ext cx="3190241" cy="18782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FDB0A4E-C7DD-97B4-F60E-2B10484DA89D}"/>
              </a:ext>
            </a:extLst>
          </p:cNvPr>
          <p:cNvCxnSpPr>
            <a:cxnSpLocks/>
          </p:cNvCxnSpPr>
          <p:nvPr/>
        </p:nvCxnSpPr>
        <p:spPr>
          <a:xfrm>
            <a:off x="10292798" y="1998760"/>
            <a:ext cx="0" cy="2216417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490C029-9D9F-EA45-D0DB-210034DA7546}"/>
              </a:ext>
            </a:extLst>
          </p:cNvPr>
          <p:cNvCxnSpPr>
            <a:cxnSpLocks/>
          </p:cNvCxnSpPr>
          <p:nvPr/>
        </p:nvCxnSpPr>
        <p:spPr>
          <a:xfrm>
            <a:off x="8717998" y="3700676"/>
            <a:ext cx="0" cy="514501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1F56FC8-2E4B-71FA-2A30-A3E738C3B1CF}"/>
              </a:ext>
            </a:extLst>
          </p:cNvPr>
          <p:cNvCxnSpPr>
            <a:cxnSpLocks/>
          </p:cNvCxnSpPr>
          <p:nvPr/>
        </p:nvCxnSpPr>
        <p:spPr>
          <a:xfrm>
            <a:off x="7102558" y="3700676"/>
            <a:ext cx="1615440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字方塊 9">
            <a:extLst>
              <a:ext uri="{FF2B5EF4-FFF2-40B4-BE49-F238E27FC236}">
                <a16:creationId xmlns:a16="http://schemas.microsoft.com/office/drawing/2014/main" id="{F48E67BE-BB84-0B1E-6B77-07AF170E224F}"/>
              </a:ext>
            </a:extLst>
          </p:cNvPr>
          <p:cNvSpPr txBox="1"/>
          <p:nvPr/>
        </p:nvSpPr>
        <p:spPr>
          <a:xfrm>
            <a:off x="6462728" y="709674"/>
            <a:ext cx="24536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>
                <a:solidFill>
                  <a:schemeClr val="accent1">
                    <a:lumMod val="75000"/>
                  </a:schemeClr>
                </a:solidFill>
                <a:latin typeface="Tw Cen MT" panose="020B0602020104020603" pitchFamily="34" charset="0"/>
                <a:ea typeface="Taipei Sans TC Beta" pitchFamily="2" charset="-120"/>
              </a:rPr>
              <a:t>Learning Curve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23349E0-34DF-998A-9894-D38B3025D536}"/>
              </a:ext>
            </a:extLst>
          </p:cNvPr>
          <p:cNvCxnSpPr>
            <a:cxnSpLocks/>
          </p:cNvCxnSpPr>
          <p:nvPr/>
        </p:nvCxnSpPr>
        <p:spPr>
          <a:xfrm flipV="1">
            <a:off x="7102558" y="1500800"/>
            <a:ext cx="0" cy="284495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C9935B9-4FC3-7B93-0012-97309A838DFF}"/>
              </a:ext>
            </a:extLst>
          </p:cNvPr>
          <p:cNvCxnSpPr>
            <a:cxnSpLocks/>
          </p:cNvCxnSpPr>
          <p:nvPr/>
        </p:nvCxnSpPr>
        <p:spPr>
          <a:xfrm>
            <a:off x="6950158" y="4215178"/>
            <a:ext cx="626473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BFBFB94E-1853-1454-7638-271E658D2A6C}"/>
              </a:ext>
            </a:extLst>
          </p:cNvPr>
          <p:cNvSpPr/>
          <p:nvPr/>
        </p:nvSpPr>
        <p:spPr>
          <a:xfrm>
            <a:off x="7102558" y="1742388"/>
            <a:ext cx="5134345" cy="2472790"/>
          </a:xfrm>
          <a:custGeom>
            <a:avLst/>
            <a:gdLst>
              <a:gd name="connsiteX0" fmla="*/ 0 w 5134345"/>
              <a:gd name="connsiteY0" fmla="*/ 2472790 h 2472790"/>
              <a:gd name="connsiteX1" fmla="*/ 538480 w 5134345"/>
              <a:gd name="connsiteY1" fmla="*/ 2411830 h 2472790"/>
              <a:gd name="connsiteX2" fmla="*/ 1178560 w 5134345"/>
              <a:gd name="connsiteY2" fmla="*/ 2218790 h 2472790"/>
              <a:gd name="connsiteX3" fmla="*/ 1818640 w 5134345"/>
              <a:gd name="connsiteY3" fmla="*/ 1792070 h 2472790"/>
              <a:gd name="connsiteX4" fmla="*/ 2275840 w 5134345"/>
              <a:gd name="connsiteY4" fmla="*/ 1101190 h 2472790"/>
              <a:gd name="connsiteX5" fmla="*/ 2611120 w 5134345"/>
              <a:gd name="connsiteY5" fmla="*/ 643990 h 2472790"/>
              <a:gd name="connsiteX6" fmla="*/ 2834640 w 5134345"/>
              <a:gd name="connsiteY6" fmla="*/ 420470 h 2472790"/>
              <a:gd name="connsiteX7" fmla="*/ 3190240 w 5134345"/>
              <a:gd name="connsiteY7" fmla="*/ 237590 h 2472790"/>
              <a:gd name="connsiteX8" fmla="*/ 4003040 w 5134345"/>
              <a:gd name="connsiteY8" fmla="*/ 44550 h 2472790"/>
              <a:gd name="connsiteX9" fmla="*/ 4988560 w 5134345"/>
              <a:gd name="connsiteY9" fmla="*/ 3910 h 2472790"/>
              <a:gd name="connsiteX10" fmla="*/ 5110480 w 5134345"/>
              <a:gd name="connsiteY10" fmla="*/ 3910 h 2472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134345" h="2472790">
                <a:moveTo>
                  <a:pt x="0" y="2472790"/>
                </a:moveTo>
                <a:cubicBezTo>
                  <a:pt x="171026" y="2463476"/>
                  <a:pt x="342053" y="2454163"/>
                  <a:pt x="538480" y="2411830"/>
                </a:cubicBezTo>
                <a:cubicBezTo>
                  <a:pt x="734907" y="2369497"/>
                  <a:pt x="965200" y="2322083"/>
                  <a:pt x="1178560" y="2218790"/>
                </a:cubicBezTo>
                <a:cubicBezTo>
                  <a:pt x="1391920" y="2115497"/>
                  <a:pt x="1635760" y="1978337"/>
                  <a:pt x="1818640" y="1792070"/>
                </a:cubicBezTo>
                <a:cubicBezTo>
                  <a:pt x="2001520" y="1605803"/>
                  <a:pt x="2143760" y="1292537"/>
                  <a:pt x="2275840" y="1101190"/>
                </a:cubicBezTo>
                <a:cubicBezTo>
                  <a:pt x="2407920" y="909843"/>
                  <a:pt x="2517987" y="757443"/>
                  <a:pt x="2611120" y="643990"/>
                </a:cubicBezTo>
                <a:cubicBezTo>
                  <a:pt x="2704253" y="530537"/>
                  <a:pt x="2738120" y="488203"/>
                  <a:pt x="2834640" y="420470"/>
                </a:cubicBezTo>
                <a:cubicBezTo>
                  <a:pt x="2931160" y="352737"/>
                  <a:pt x="2995507" y="300243"/>
                  <a:pt x="3190240" y="237590"/>
                </a:cubicBezTo>
                <a:cubicBezTo>
                  <a:pt x="3384973" y="174937"/>
                  <a:pt x="3703320" y="83497"/>
                  <a:pt x="4003040" y="44550"/>
                </a:cubicBezTo>
                <a:cubicBezTo>
                  <a:pt x="4302760" y="5603"/>
                  <a:pt x="4803987" y="10683"/>
                  <a:pt x="4988560" y="3910"/>
                </a:cubicBezTo>
                <a:cubicBezTo>
                  <a:pt x="5173133" y="-2863"/>
                  <a:pt x="5141806" y="523"/>
                  <a:pt x="5110480" y="3910"/>
                </a:cubicBezTo>
              </a:path>
            </a:pathLst>
          </a:custGeom>
          <a:noFill/>
          <a:ln w="3810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 Cen MT" panose="020B0602020104020603" pitchFamily="34" charset="0"/>
            </a:endParaRPr>
          </a:p>
        </p:txBody>
      </p:sp>
      <p:sp>
        <p:nvSpPr>
          <p:cNvPr id="45" name="文字方塊 9">
            <a:extLst>
              <a:ext uri="{FF2B5EF4-FFF2-40B4-BE49-F238E27FC236}">
                <a16:creationId xmlns:a16="http://schemas.microsoft.com/office/drawing/2014/main" id="{FA032930-4E41-824F-649D-453C4BD8FD60}"/>
              </a:ext>
            </a:extLst>
          </p:cNvPr>
          <p:cNvSpPr txBox="1"/>
          <p:nvPr/>
        </p:nvSpPr>
        <p:spPr>
          <a:xfrm>
            <a:off x="12517269" y="4215177"/>
            <a:ext cx="702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chemeClr val="accent1">
                    <a:lumMod val="75000"/>
                  </a:schemeClr>
                </a:solidFill>
                <a:latin typeface="Tw Cen MT" panose="020B0602020104020603" pitchFamily="34" charset="0"/>
                <a:ea typeface="Taipei Sans TC Beta" pitchFamily="2" charset="-120"/>
              </a:rPr>
              <a:t>Time</a:t>
            </a:r>
          </a:p>
        </p:txBody>
      </p:sp>
      <p:sp>
        <p:nvSpPr>
          <p:cNvPr id="46" name="文字方塊 9">
            <a:extLst>
              <a:ext uri="{FF2B5EF4-FFF2-40B4-BE49-F238E27FC236}">
                <a16:creationId xmlns:a16="http://schemas.microsoft.com/office/drawing/2014/main" id="{977BE373-6689-EDDC-201D-FE361F100215}"/>
              </a:ext>
            </a:extLst>
          </p:cNvPr>
          <p:cNvSpPr txBox="1"/>
          <p:nvPr/>
        </p:nvSpPr>
        <p:spPr>
          <a:xfrm rot="16200000">
            <a:off x="5626173" y="2316249"/>
            <a:ext cx="22630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chemeClr val="accent1">
                    <a:lumMod val="75000"/>
                  </a:schemeClr>
                </a:solidFill>
                <a:latin typeface="Tw Cen MT" panose="020B0602020104020603" pitchFamily="34" charset="0"/>
                <a:ea typeface="Taipei Sans TC Beta" pitchFamily="2" charset="-120"/>
              </a:rPr>
              <a:t>Programming Skills</a:t>
            </a:r>
          </a:p>
        </p:txBody>
      </p:sp>
      <p:sp>
        <p:nvSpPr>
          <p:cNvPr id="47" name="文字方塊 9">
            <a:extLst>
              <a:ext uri="{FF2B5EF4-FFF2-40B4-BE49-F238E27FC236}">
                <a16:creationId xmlns:a16="http://schemas.microsoft.com/office/drawing/2014/main" id="{4B50921A-83C7-7276-DE5A-1FE682F0056A}"/>
              </a:ext>
            </a:extLst>
          </p:cNvPr>
          <p:cNvSpPr txBox="1"/>
          <p:nvPr/>
        </p:nvSpPr>
        <p:spPr>
          <a:xfrm>
            <a:off x="7274184" y="4313028"/>
            <a:ext cx="1127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chemeClr val="accent3">
                    <a:lumMod val="50000"/>
                  </a:schemeClr>
                </a:solidFill>
                <a:latin typeface="Tw Cen MT" panose="020B0602020104020603" pitchFamily="34" charset="0"/>
                <a:ea typeface="Taipei Sans TC Beta" pitchFamily="2" charset="-120"/>
              </a:rPr>
              <a:t>Beginners</a:t>
            </a:r>
          </a:p>
        </p:txBody>
      </p:sp>
      <p:sp>
        <p:nvSpPr>
          <p:cNvPr id="48" name="文字方塊 9">
            <a:extLst>
              <a:ext uri="{FF2B5EF4-FFF2-40B4-BE49-F238E27FC236}">
                <a16:creationId xmlns:a16="http://schemas.microsoft.com/office/drawing/2014/main" id="{5487A05D-D9E4-22BE-6C25-2D00D02ECB6C}"/>
              </a:ext>
            </a:extLst>
          </p:cNvPr>
          <p:cNvSpPr txBox="1"/>
          <p:nvPr/>
        </p:nvSpPr>
        <p:spPr>
          <a:xfrm>
            <a:off x="8820767" y="4313028"/>
            <a:ext cx="1383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altLang="zh-TW" b="1" dirty="0">
                <a:solidFill>
                  <a:schemeClr val="accent3">
                    <a:lumMod val="50000"/>
                  </a:schemeClr>
                </a:solidFill>
                <a:latin typeface="Tw Cen MT" panose="020B0602020104020603" pitchFamily="34" charset="0"/>
                <a:ea typeface="Taipei Sans TC Beta" pitchFamily="2" charset="-120"/>
              </a:rPr>
              <a:t>Intermediate</a:t>
            </a:r>
            <a:endParaRPr lang="en-US" altLang="zh-TW" b="1" dirty="0">
              <a:solidFill>
                <a:schemeClr val="accent3">
                  <a:lumMod val="50000"/>
                </a:schemeClr>
              </a:solidFill>
              <a:latin typeface="Tw Cen MT" panose="020B0602020104020603" pitchFamily="34" charset="0"/>
              <a:ea typeface="Taipei Sans TC Beta" pitchFamily="2" charset="-120"/>
            </a:endParaRPr>
          </a:p>
        </p:txBody>
      </p:sp>
      <p:sp>
        <p:nvSpPr>
          <p:cNvPr id="49" name="文字方塊 9">
            <a:extLst>
              <a:ext uri="{FF2B5EF4-FFF2-40B4-BE49-F238E27FC236}">
                <a16:creationId xmlns:a16="http://schemas.microsoft.com/office/drawing/2014/main" id="{E43C5A60-420C-65AE-19A0-ED1E6774E8A3}"/>
              </a:ext>
            </a:extLst>
          </p:cNvPr>
          <p:cNvSpPr txBox="1"/>
          <p:nvPr/>
        </p:nvSpPr>
        <p:spPr>
          <a:xfrm>
            <a:off x="10783760" y="4313028"/>
            <a:ext cx="1153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chemeClr val="accent3">
                    <a:lumMod val="50000"/>
                  </a:schemeClr>
                </a:solidFill>
                <a:latin typeface="Tw Cen MT" panose="020B0602020104020603" pitchFamily="34" charset="0"/>
                <a:ea typeface="Taipei Sans TC Beta" pitchFamily="2" charset="-120"/>
              </a:rPr>
              <a:t>Advanced</a:t>
            </a:r>
          </a:p>
        </p:txBody>
      </p:sp>
      <p:sp>
        <p:nvSpPr>
          <p:cNvPr id="50" name="文字方塊 9">
            <a:extLst>
              <a:ext uri="{FF2B5EF4-FFF2-40B4-BE49-F238E27FC236}">
                <a16:creationId xmlns:a16="http://schemas.microsoft.com/office/drawing/2014/main" id="{B3FE3B7E-CC91-81B1-F377-F19608B8B42D}"/>
              </a:ext>
            </a:extLst>
          </p:cNvPr>
          <p:cNvSpPr txBox="1"/>
          <p:nvPr/>
        </p:nvSpPr>
        <p:spPr>
          <a:xfrm>
            <a:off x="7157163" y="4688854"/>
            <a:ext cx="13715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ea typeface="Taipei Sans TC Beta" pitchFamily="2" charset="-120"/>
              </a:rPr>
              <a:t>Replication</a:t>
            </a:r>
          </a:p>
        </p:txBody>
      </p:sp>
      <p:sp>
        <p:nvSpPr>
          <p:cNvPr id="51" name="文字方塊 9">
            <a:extLst>
              <a:ext uri="{FF2B5EF4-FFF2-40B4-BE49-F238E27FC236}">
                <a16:creationId xmlns:a16="http://schemas.microsoft.com/office/drawing/2014/main" id="{251C06B7-B0FD-6F25-C83F-32883653A9A1}"/>
              </a:ext>
            </a:extLst>
          </p:cNvPr>
          <p:cNvSpPr txBox="1"/>
          <p:nvPr/>
        </p:nvSpPr>
        <p:spPr>
          <a:xfrm>
            <a:off x="9015319" y="4688854"/>
            <a:ext cx="10894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ea typeface="Taipei Sans TC Beta" pitchFamily="2" charset="-120"/>
              </a:rPr>
              <a:t>Creation</a:t>
            </a:r>
          </a:p>
        </p:txBody>
      </p: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3AB92F3E-9E50-8E70-792F-4C6F10C804D7}"/>
              </a:ext>
            </a:extLst>
          </p:cNvPr>
          <p:cNvSpPr/>
          <p:nvPr/>
        </p:nvSpPr>
        <p:spPr>
          <a:xfrm>
            <a:off x="7147800" y="5083920"/>
            <a:ext cx="5089104" cy="159644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 Cen MT" panose="020B0602020104020603" pitchFamily="34" charset="0"/>
            </a:endParaRPr>
          </a:p>
        </p:txBody>
      </p:sp>
      <p:sp>
        <p:nvSpPr>
          <p:cNvPr id="53" name="文字方塊 9">
            <a:extLst>
              <a:ext uri="{FF2B5EF4-FFF2-40B4-BE49-F238E27FC236}">
                <a16:creationId xmlns:a16="http://schemas.microsoft.com/office/drawing/2014/main" id="{F7F30FD3-EADD-79B9-38C5-40897A2AE014}"/>
              </a:ext>
            </a:extLst>
          </p:cNvPr>
          <p:cNvSpPr txBox="1"/>
          <p:nvPr/>
        </p:nvSpPr>
        <p:spPr>
          <a:xfrm>
            <a:off x="8568171" y="5214236"/>
            <a:ext cx="28857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chemeClr val="accent6">
                    <a:lumMod val="75000"/>
                  </a:schemeClr>
                </a:solidFill>
                <a:latin typeface="Tw Cen MT" panose="020B0602020104020603" pitchFamily="34" charset="0"/>
                <a:ea typeface="Taipei Sans TC Beta" pitchFamily="2" charset="-120"/>
              </a:rPr>
              <a:t>[Driver: </a:t>
            </a:r>
            <a:r>
              <a:rPr lang="en-US" altLang="zh-TW" sz="2000" b="1" u="sng" dirty="0">
                <a:solidFill>
                  <a:schemeClr val="accent6">
                    <a:lumMod val="75000"/>
                  </a:schemeClr>
                </a:solidFill>
                <a:latin typeface="Tw Cen MT" panose="020B0602020104020603" pitchFamily="34" charset="0"/>
                <a:ea typeface="Taipei Sans TC Beta" pitchFamily="2" charset="-120"/>
              </a:rPr>
              <a:t>Problem Solving</a:t>
            </a:r>
            <a:r>
              <a:rPr lang="en-US" altLang="zh-TW" sz="2000" b="1" dirty="0">
                <a:solidFill>
                  <a:schemeClr val="accent6">
                    <a:lumMod val="75000"/>
                  </a:schemeClr>
                </a:solidFill>
                <a:latin typeface="Tw Cen MT" panose="020B0602020104020603" pitchFamily="34" charset="0"/>
                <a:ea typeface="Taipei Sans TC Beta" pitchFamily="2" charset="-12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68395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109">
            <a:extLst>
              <a:ext uri="{FF2B5EF4-FFF2-40B4-BE49-F238E27FC236}">
                <a16:creationId xmlns:a16="http://schemas.microsoft.com/office/drawing/2014/main" id="{825C39A0-6540-D7E9-4ABE-94DBD5A073DE}"/>
              </a:ext>
            </a:extLst>
          </p:cNvPr>
          <p:cNvSpPr/>
          <p:nvPr/>
        </p:nvSpPr>
        <p:spPr>
          <a:xfrm>
            <a:off x="702624" y="0"/>
            <a:ext cx="10786752" cy="67770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 Cen MT" panose="020B0602020104020603" pitchFamily="34" charset="0"/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F1D74D21-D6BC-5446-2846-25941F9379BB}"/>
              </a:ext>
            </a:extLst>
          </p:cNvPr>
          <p:cNvSpPr/>
          <p:nvPr/>
        </p:nvSpPr>
        <p:spPr>
          <a:xfrm>
            <a:off x="6619583" y="2532948"/>
            <a:ext cx="2148840" cy="3257315"/>
          </a:xfrm>
          <a:prstGeom prst="rect">
            <a:avLst/>
          </a:prstGeom>
          <a:solidFill>
            <a:srgbClr val="FFFE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 Cen MT" panose="020B06020201040206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DD5419-4378-ADEE-2258-5C23B6960A79}"/>
              </a:ext>
            </a:extLst>
          </p:cNvPr>
          <p:cNvSpPr/>
          <p:nvPr/>
        </p:nvSpPr>
        <p:spPr>
          <a:xfrm>
            <a:off x="1425188" y="777095"/>
            <a:ext cx="350196" cy="50583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 Cen MT" panose="020B06020201040206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49F4B6-985A-6655-D041-6C211150304D}"/>
              </a:ext>
            </a:extLst>
          </p:cNvPr>
          <p:cNvSpPr/>
          <p:nvPr/>
        </p:nvSpPr>
        <p:spPr>
          <a:xfrm>
            <a:off x="1775384" y="777095"/>
            <a:ext cx="350196" cy="50583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 Cen MT" panose="020B06020201040206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7D2099-DDDB-51B6-AC8A-27F801D65181}"/>
              </a:ext>
            </a:extLst>
          </p:cNvPr>
          <p:cNvSpPr/>
          <p:nvPr/>
        </p:nvSpPr>
        <p:spPr>
          <a:xfrm>
            <a:off x="2125580" y="777095"/>
            <a:ext cx="350196" cy="50583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 Cen MT" panose="020B06020201040206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16FBB9-7476-7C7B-B71C-692C0EDC4329}"/>
              </a:ext>
            </a:extLst>
          </p:cNvPr>
          <p:cNvSpPr/>
          <p:nvPr/>
        </p:nvSpPr>
        <p:spPr>
          <a:xfrm>
            <a:off x="2475776" y="777095"/>
            <a:ext cx="350196" cy="50583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 Cen MT" panose="020B06020201040206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6EE8BE-A6FC-45BC-649A-FAD16787D5A0}"/>
              </a:ext>
            </a:extLst>
          </p:cNvPr>
          <p:cNvSpPr/>
          <p:nvPr/>
        </p:nvSpPr>
        <p:spPr>
          <a:xfrm>
            <a:off x="6748681" y="1157892"/>
            <a:ext cx="350196" cy="5058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 Cen MT" panose="020B06020201040206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B8EB7C-2567-F80B-EE85-44BFCFFADECF}"/>
              </a:ext>
            </a:extLst>
          </p:cNvPr>
          <p:cNvSpPr/>
          <p:nvPr/>
        </p:nvSpPr>
        <p:spPr>
          <a:xfrm>
            <a:off x="7098877" y="1157892"/>
            <a:ext cx="350196" cy="50583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 Cen MT" panose="020B06020201040206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DF0200-E702-5374-5371-CE15E1FC34D3}"/>
              </a:ext>
            </a:extLst>
          </p:cNvPr>
          <p:cNvSpPr/>
          <p:nvPr/>
        </p:nvSpPr>
        <p:spPr>
          <a:xfrm>
            <a:off x="7449073" y="1157892"/>
            <a:ext cx="350196" cy="50583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 Cen MT" panose="020B06020201040206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1C81AC-8E96-51DF-6009-3CE108BCDE6F}"/>
              </a:ext>
            </a:extLst>
          </p:cNvPr>
          <p:cNvSpPr/>
          <p:nvPr/>
        </p:nvSpPr>
        <p:spPr>
          <a:xfrm>
            <a:off x="7799269" y="1157892"/>
            <a:ext cx="350196" cy="5058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 Cen MT" panose="020B06020201040206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A006F7-7ABA-69A0-FAEE-3F0F0E30BC46}"/>
              </a:ext>
            </a:extLst>
          </p:cNvPr>
          <p:cNvSpPr/>
          <p:nvPr/>
        </p:nvSpPr>
        <p:spPr>
          <a:xfrm>
            <a:off x="8149465" y="1157892"/>
            <a:ext cx="350196" cy="50583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 Cen MT" panose="020B06020201040206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9C63BD-B51B-6E88-2D32-8D795C4930A5}"/>
              </a:ext>
            </a:extLst>
          </p:cNvPr>
          <p:cNvSpPr/>
          <p:nvPr/>
        </p:nvSpPr>
        <p:spPr>
          <a:xfrm>
            <a:off x="2825972" y="777095"/>
            <a:ext cx="350196" cy="50583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 Cen MT" panose="020B0602020104020603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3B7197D-FE75-1953-BF48-8B553CEABA8C}"/>
              </a:ext>
            </a:extLst>
          </p:cNvPr>
          <p:cNvSpPr/>
          <p:nvPr/>
        </p:nvSpPr>
        <p:spPr>
          <a:xfrm>
            <a:off x="1425188" y="2415400"/>
            <a:ext cx="350196" cy="50583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 Cen MT" panose="020B0602020104020603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E77547-3246-328F-1563-D8C168E26546}"/>
              </a:ext>
            </a:extLst>
          </p:cNvPr>
          <p:cNvSpPr/>
          <p:nvPr/>
        </p:nvSpPr>
        <p:spPr>
          <a:xfrm>
            <a:off x="1775384" y="2415400"/>
            <a:ext cx="350196" cy="50583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 Cen MT" panose="020B06020201040206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F23EA77-29BB-8B5D-989F-DD9AE456920E}"/>
              </a:ext>
            </a:extLst>
          </p:cNvPr>
          <p:cNvSpPr/>
          <p:nvPr/>
        </p:nvSpPr>
        <p:spPr>
          <a:xfrm>
            <a:off x="2125580" y="2415400"/>
            <a:ext cx="350196" cy="50583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 Cen MT" panose="020B0602020104020603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DF3F34B-4E1B-C637-B876-15B443C050C8}"/>
              </a:ext>
            </a:extLst>
          </p:cNvPr>
          <p:cNvSpPr/>
          <p:nvPr/>
        </p:nvSpPr>
        <p:spPr>
          <a:xfrm>
            <a:off x="2475776" y="2415400"/>
            <a:ext cx="350196" cy="50583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 Cen MT" panose="020B0602020104020603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4CAF89B-8AAC-92D5-F3D1-79F60849A2C6}"/>
              </a:ext>
            </a:extLst>
          </p:cNvPr>
          <p:cNvSpPr/>
          <p:nvPr/>
        </p:nvSpPr>
        <p:spPr>
          <a:xfrm>
            <a:off x="2825972" y="2415400"/>
            <a:ext cx="350196" cy="50583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 Cen MT" panose="020B0602020104020603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EB7A147-838A-50E4-FBFF-7BC41D7CDDCE}"/>
              </a:ext>
            </a:extLst>
          </p:cNvPr>
          <p:cNvSpPr/>
          <p:nvPr/>
        </p:nvSpPr>
        <p:spPr>
          <a:xfrm>
            <a:off x="1425188" y="2921238"/>
            <a:ext cx="350196" cy="50583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 Cen MT" panose="020B0602020104020603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3C055E5-79B5-4C37-DB78-8E839AE6BC85}"/>
              </a:ext>
            </a:extLst>
          </p:cNvPr>
          <p:cNvSpPr/>
          <p:nvPr/>
        </p:nvSpPr>
        <p:spPr>
          <a:xfrm>
            <a:off x="1775384" y="2921238"/>
            <a:ext cx="350196" cy="50583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 Cen MT" panose="020B0602020104020603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FBD1120-C782-895A-23AD-B0C5D871B4AB}"/>
              </a:ext>
            </a:extLst>
          </p:cNvPr>
          <p:cNvSpPr/>
          <p:nvPr/>
        </p:nvSpPr>
        <p:spPr>
          <a:xfrm>
            <a:off x="2125580" y="2921238"/>
            <a:ext cx="350196" cy="50583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 Cen MT" panose="020B0602020104020603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85502BC-070C-A2CE-2D09-E4315B6C1B94}"/>
              </a:ext>
            </a:extLst>
          </p:cNvPr>
          <p:cNvSpPr/>
          <p:nvPr/>
        </p:nvSpPr>
        <p:spPr>
          <a:xfrm>
            <a:off x="2475776" y="2921238"/>
            <a:ext cx="350196" cy="50583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 Cen MT" panose="020B0602020104020603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6812EBE-8140-BEC5-30E6-8C01A6CE11F3}"/>
              </a:ext>
            </a:extLst>
          </p:cNvPr>
          <p:cNvSpPr/>
          <p:nvPr/>
        </p:nvSpPr>
        <p:spPr>
          <a:xfrm>
            <a:off x="2825972" y="2921238"/>
            <a:ext cx="350196" cy="50583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 Cen MT" panose="020B0602020104020603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AF61D61-EC1A-86E1-7130-BF791190B831}"/>
              </a:ext>
            </a:extLst>
          </p:cNvPr>
          <p:cNvSpPr/>
          <p:nvPr/>
        </p:nvSpPr>
        <p:spPr>
          <a:xfrm>
            <a:off x="1425188" y="3427076"/>
            <a:ext cx="350196" cy="50583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 Cen MT" panose="020B0602020104020603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20517E-B939-178B-F5C5-B8F7E3E24E00}"/>
              </a:ext>
            </a:extLst>
          </p:cNvPr>
          <p:cNvSpPr/>
          <p:nvPr/>
        </p:nvSpPr>
        <p:spPr>
          <a:xfrm>
            <a:off x="1775384" y="3427076"/>
            <a:ext cx="350196" cy="50583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 Cen MT" panose="020B0602020104020603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7AA1DC9-D831-E38F-46CF-314D07AB9345}"/>
              </a:ext>
            </a:extLst>
          </p:cNvPr>
          <p:cNvSpPr/>
          <p:nvPr/>
        </p:nvSpPr>
        <p:spPr>
          <a:xfrm>
            <a:off x="2125580" y="3427076"/>
            <a:ext cx="350196" cy="50583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 Cen MT" panose="020B0602020104020603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1083C09-E052-4C6B-DCD2-F46797C2A869}"/>
              </a:ext>
            </a:extLst>
          </p:cNvPr>
          <p:cNvSpPr/>
          <p:nvPr/>
        </p:nvSpPr>
        <p:spPr>
          <a:xfrm>
            <a:off x="2475776" y="3427076"/>
            <a:ext cx="350196" cy="50583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 Cen MT" panose="020B0602020104020603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C4F90CE-2969-6957-5B1F-A96B9027230F}"/>
              </a:ext>
            </a:extLst>
          </p:cNvPr>
          <p:cNvSpPr/>
          <p:nvPr/>
        </p:nvSpPr>
        <p:spPr>
          <a:xfrm>
            <a:off x="2825972" y="3427076"/>
            <a:ext cx="350196" cy="50583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 Cen MT" panose="020B0602020104020603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E554B13-4EC7-7ACB-DC4A-D9651DB9D112}"/>
              </a:ext>
            </a:extLst>
          </p:cNvPr>
          <p:cNvSpPr/>
          <p:nvPr/>
        </p:nvSpPr>
        <p:spPr>
          <a:xfrm>
            <a:off x="1425188" y="5119541"/>
            <a:ext cx="350196" cy="5058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 Cen MT" panose="020B0602020104020603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6281589-6091-EC8E-2944-413DC09116F2}"/>
              </a:ext>
            </a:extLst>
          </p:cNvPr>
          <p:cNvSpPr/>
          <p:nvPr/>
        </p:nvSpPr>
        <p:spPr>
          <a:xfrm>
            <a:off x="1775384" y="5119541"/>
            <a:ext cx="350196" cy="5058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 Cen MT" panose="020B0602020104020603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3DD3947-9E1D-2291-0874-E18D0910DD44}"/>
              </a:ext>
            </a:extLst>
          </p:cNvPr>
          <p:cNvSpPr/>
          <p:nvPr/>
        </p:nvSpPr>
        <p:spPr>
          <a:xfrm>
            <a:off x="2125580" y="5119541"/>
            <a:ext cx="350196" cy="5058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 Cen MT" panose="020B0602020104020603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CA253CD-61D5-F4B3-3880-1705E9CFF966}"/>
              </a:ext>
            </a:extLst>
          </p:cNvPr>
          <p:cNvSpPr/>
          <p:nvPr/>
        </p:nvSpPr>
        <p:spPr>
          <a:xfrm>
            <a:off x="2475776" y="5119541"/>
            <a:ext cx="350196" cy="5058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 Cen MT" panose="020B0602020104020603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56E997E-BBFA-02EA-758A-4CB75093026D}"/>
              </a:ext>
            </a:extLst>
          </p:cNvPr>
          <p:cNvSpPr/>
          <p:nvPr/>
        </p:nvSpPr>
        <p:spPr>
          <a:xfrm>
            <a:off x="2825972" y="5119541"/>
            <a:ext cx="350196" cy="5058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 Cen MT" panose="020B0602020104020603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AF9E652-D99B-1471-B618-2D2CE7F46770}"/>
              </a:ext>
            </a:extLst>
          </p:cNvPr>
          <p:cNvSpPr/>
          <p:nvPr/>
        </p:nvSpPr>
        <p:spPr>
          <a:xfrm>
            <a:off x="1425188" y="5625379"/>
            <a:ext cx="350196" cy="5058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 Cen MT" panose="020B0602020104020603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303769E-A876-888C-DC07-64882A0579A6}"/>
              </a:ext>
            </a:extLst>
          </p:cNvPr>
          <p:cNvSpPr/>
          <p:nvPr/>
        </p:nvSpPr>
        <p:spPr>
          <a:xfrm>
            <a:off x="1775384" y="5625379"/>
            <a:ext cx="350196" cy="5058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 Cen MT" panose="020B0602020104020603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08D1062-C737-35B9-475C-16AEC13FAEDE}"/>
              </a:ext>
            </a:extLst>
          </p:cNvPr>
          <p:cNvSpPr/>
          <p:nvPr/>
        </p:nvSpPr>
        <p:spPr>
          <a:xfrm>
            <a:off x="2125580" y="5625379"/>
            <a:ext cx="350196" cy="5058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 Cen MT" panose="020B0602020104020603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CFEC1B4-339F-ACCB-9460-54B6F3C09ECE}"/>
              </a:ext>
            </a:extLst>
          </p:cNvPr>
          <p:cNvSpPr/>
          <p:nvPr/>
        </p:nvSpPr>
        <p:spPr>
          <a:xfrm>
            <a:off x="2475776" y="5625379"/>
            <a:ext cx="350196" cy="5058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 Cen MT" panose="020B0602020104020603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1C5CF58-5AD9-0FA6-746B-A43433F7CDA3}"/>
              </a:ext>
            </a:extLst>
          </p:cNvPr>
          <p:cNvSpPr/>
          <p:nvPr/>
        </p:nvSpPr>
        <p:spPr>
          <a:xfrm>
            <a:off x="2825972" y="5625379"/>
            <a:ext cx="350196" cy="5058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 Cen MT" panose="020B0602020104020603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64A9D51-EA80-0806-D76C-159FCC1DD5A4}"/>
              </a:ext>
            </a:extLst>
          </p:cNvPr>
          <p:cNvSpPr/>
          <p:nvPr/>
        </p:nvSpPr>
        <p:spPr>
          <a:xfrm>
            <a:off x="1425188" y="6131217"/>
            <a:ext cx="350196" cy="5058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 Cen MT" panose="020B0602020104020603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FDE40C5-0C7C-1110-53BA-069BDB2C56C5}"/>
              </a:ext>
            </a:extLst>
          </p:cNvPr>
          <p:cNvSpPr/>
          <p:nvPr/>
        </p:nvSpPr>
        <p:spPr>
          <a:xfrm>
            <a:off x="1775384" y="6131217"/>
            <a:ext cx="350196" cy="5058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 Cen MT" panose="020B0602020104020603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D8ED2C9-A9E1-0F6D-BBE7-595A30ADC5E9}"/>
              </a:ext>
            </a:extLst>
          </p:cNvPr>
          <p:cNvSpPr/>
          <p:nvPr/>
        </p:nvSpPr>
        <p:spPr>
          <a:xfrm>
            <a:off x="2125580" y="6131217"/>
            <a:ext cx="350196" cy="5058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 Cen MT" panose="020B0602020104020603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E6D28AC-E4F7-33B4-D1CF-2A281EA6744C}"/>
              </a:ext>
            </a:extLst>
          </p:cNvPr>
          <p:cNvSpPr/>
          <p:nvPr/>
        </p:nvSpPr>
        <p:spPr>
          <a:xfrm>
            <a:off x="2475776" y="6131217"/>
            <a:ext cx="350196" cy="5058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 Cen MT" panose="020B0602020104020603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7CBA335-8D16-D1B9-C134-AB518FE19494}"/>
              </a:ext>
            </a:extLst>
          </p:cNvPr>
          <p:cNvSpPr/>
          <p:nvPr/>
        </p:nvSpPr>
        <p:spPr>
          <a:xfrm>
            <a:off x="2825972" y="6131217"/>
            <a:ext cx="350196" cy="5058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 Cen MT" panose="020B0602020104020603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F44B8A7-5EED-94FA-E18D-2C0C938FD266}"/>
              </a:ext>
            </a:extLst>
          </p:cNvPr>
          <p:cNvSpPr/>
          <p:nvPr/>
        </p:nvSpPr>
        <p:spPr>
          <a:xfrm>
            <a:off x="2825972" y="4752997"/>
            <a:ext cx="350196" cy="36654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  <a:latin typeface="Tw Cen MT" panose="020B0602020104020603" pitchFamily="34" charset="0"/>
                <a:ea typeface="微軟正黑體" panose="020B0604030504040204" pitchFamily="34" charset="-120"/>
              </a:rPr>
              <a:t>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C00A1FF-E8F8-0EE9-4B18-D6779C66ED02}"/>
              </a:ext>
            </a:extLst>
          </p:cNvPr>
          <p:cNvSpPr/>
          <p:nvPr/>
        </p:nvSpPr>
        <p:spPr>
          <a:xfrm>
            <a:off x="2475776" y="4752997"/>
            <a:ext cx="350196" cy="36654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  <a:latin typeface="Tw Cen MT" panose="020B0602020104020603" pitchFamily="34" charset="0"/>
                <a:ea typeface="微軟正黑體" panose="020B0604030504040204" pitchFamily="34" charset="-120"/>
              </a:rPr>
              <a:t>D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E0CA17E-1287-9CF7-ECC5-E8AE1DAA86BA}"/>
              </a:ext>
            </a:extLst>
          </p:cNvPr>
          <p:cNvSpPr/>
          <p:nvPr/>
        </p:nvSpPr>
        <p:spPr>
          <a:xfrm>
            <a:off x="2125580" y="4752997"/>
            <a:ext cx="350196" cy="36654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  <a:latin typeface="Tw Cen MT" panose="020B0602020104020603" pitchFamily="34" charset="0"/>
                <a:ea typeface="微軟正黑體" panose="020B0604030504040204" pitchFamily="34" charset="-120"/>
              </a:rPr>
              <a:t>C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5E2C6C5-2125-D61B-E081-44DE67E28A2E}"/>
              </a:ext>
            </a:extLst>
          </p:cNvPr>
          <p:cNvSpPr/>
          <p:nvPr/>
        </p:nvSpPr>
        <p:spPr>
          <a:xfrm>
            <a:off x="1775384" y="4752997"/>
            <a:ext cx="350196" cy="36654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  <a:latin typeface="Tw Cen MT" panose="020B0602020104020603" pitchFamily="34" charset="0"/>
                <a:ea typeface="微軟正黑體" panose="020B0604030504040204" pitchFamily="34" charset="-120"/>
              </a:rPr>
              <a:t>B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C58B70F-46D1-8A70-A7E5-810599EAE389}"/>
              </a:ext>
            </a:extLst>
          </p:cNvPr>
          <p:cNvSpPr/>
          <p:nvPr/>
        </p:nvSpPr>
        <p:spPr>
          <a:xfrm>
            <a:off x="1425188" y="4752997"/>
            <a:ext cx="350196" cy="36654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  <a:latin typeface="Tw Cen MT" panose="020B0602020104020603" pitchFamily="34" charset="0"/>
                <a:ea typeface="微軟正黑體" panose="020B0604030504040204" pitchFamily="34" charset="-120"/>
              </a:rPr>
              <a:t>A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2F090F5B-C561-84E8-4686-BD5EF1A6C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791" y="881411"/>
            <a:ext cx="1950889" cy="297206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1F024F14-2A9C-EE7A-CCD7-FAE78C433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401" y="1095879"/>
            <a:ext cx="2377646" cy="609653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DCFC2F5D-7A97-F6C8-3159-C3975858EB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9843" y="2450108"/>
            <a:ext cx="2377647" cy="1084422"/>
          </a:xfrm>
          <a:prstGeom prst="rect">
            <a:avLst/>
          </a:prstGeom>
        </p:spPr>
      </p:pic>
      <p:sp>
        <p:nvSpPr>
          <p:cNvPr id="62" name="文字方塊 85">
            <a:extLst>
              <a:ext uri="{FF2B5EF4-FFF2-40B4-BE49-F238E27FC236}">
                <a16:creationId xmlns:a16="http://schemas.microsoft.com/office/drawing/2014/main" id="{73491907-7452-DFFD-4498-5F4C8FCB59AE}"/>
              </a:ext>
            </a:extLst>
          </p:cNvPr>
          <p:cNvSpPr txBox="1"/>
          <p:nvPr/>
        </p:nvSpPr>
        <p:spPr>
          <a:xfrm>
            <a:off x="1324124" y="2138401"/>
            <a:ext cx="5523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200" dirty="0">
                <a:solidFill>
                  <a:srgbClr val="000000"/>
                </a:solidFill>
                <a:latin typeface="Tw Cen MT" panose="020B0602020104020603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[,1]</a:t>
            </a:r>
            <a:endParaRPr lang="zh-TW" altLang="en-US" sz="1200" dirty="0">
              <a:latin typeface="Tw Cen MT" panose="020B0602020104020603" pitchFamily="34" charset="0"/>
            </a:endParaRPr>
          </a:p>
        </p:txBody>
      </p:sp>
      <p:sp>
        <p:nvSpPr>
          <p:cNvPr id="63" name="文字方塊 85">
            <a:extLst>
              <a:ext uri="{FF2B5EF4-FFF2-40B4-BE49-F238E27FC236}">
                <a16:creationId xmlns:a16="http://schemas.microsoft.com/office/drawing/2014/main" id="{AAA3CDEA-4EA2-AB88-C865-AD32C7347C5A}"/>
              </a:ext>
            </a:extLst>
          </p:cNvPr>
          <p:cNvSpPr txBox="1"/>
          <p:nvPr/>
        </p:nvSpPr>
        <p:spPr>
          <a:xfrm>
            <a:off x="1669662" y="2138401"/>
            <a:ext cx="5523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200" dirty="0">
                <a:solidFill>
                  <a:srgbClr val="000000"/>
                </a:solidFill>
                <a:latin typeface="Tw Cen MT" panose="020B0602020104020603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[,2]</a:t>
            </a:r>
            <a:endParaRPr lang="zh-TW" altLang="en-US" sz="1200" dirty="0">
              <a:latin typeface="Tw Cen MT" panose="020B0602020104020603" pitchFamily="34" charset="0"/>
            </a:endParaRPr>
          </a:p>
        </p:txBody>
      </p:sp>
      <p:sp>
        <p:nvSpPr>
          <p:cNvPr id="64" name="文字方塊 85">
            <a:extLst>
              <a:ext uri="{FF2B5EF4-FFF2-40B4-BE49-F238E27FC236}">
                <a16:creationId xmlns:a16="http://schemas.microsoft.com/office/drawing/2014/main" id="{01911C83-1FA5-CDFE-688A-AD029E534FAC}"/>
              </a:ext>
            </a:extLst>
          </p:cNvPr>
          <p:cNvSpPr txBox="1"/>
          <p:nvPr/>
        </p:nvSpPr>
        <p:spPr>
          <a:xfrm>
            <a:off x="1994027" y="2138401"/>
            <a:ext cx="5523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200" dirty="0">
                <a:solidFill>
                  <a:srgbClr val="000000"/>
                </a:solidFill>
                <a:latin typeface="Tw Cen MT" panose="020B0602020104020603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[,3]</a:t>
            </a:r>
            <a:endParaRPr lang="zh-TW" altLang="en-US" sz="1200" dirty="0">
              <a:latin typeface="Tw Cen MT" panose="020B0602020104020603" pitchFamily="34" charset="0"/>
            </a:endParaRPr>
          </a:p>
        </p:txBody>
      </p:sp>
      <p:sp>
        <p:nvSpPr>
          <p:cNvPr id="65" name="文字方塊 85">
            <a:extLst>
              <a:ext uri="{FF2B5EF4-FFF2-40B4-BE49-F238E27FC236}">
                <a16:creationId xmlns:a16="http://schemas.microsoft.com/office/drawing/2014/main" id="{3457EE3B-AEB2-615F-7ADE-CAB4EB1AEB65}"/>
              </a:ext>
            </a:extLst>
          </p:cNvPr>
          <p:cNvSpPr txBox="1"/>
          <p:nvPr/>
        </p:nvSpPr>
        <p:spPr>
          <a:xfrm>
            <a:off x="2374712" y="2138401"/>
            <a:ext cx="5523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200" dirty="0">
                <a:solidFill>
                  <a:srgbClr val="000000"/>
                </a:solidFill>
                <a:latin typeface="Tw Cen MT" panose="020B0602020104020603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[,4]</a:t>
            </a:r>
            <a:endParaRPr lang="zh-TW" altLang="en-US" sz="1200" dirty="0">
              <a:latin typeface="Tw Cen MT" panose="020B0602020104020603" pitchFamily="34" charset="0"/>
            </a:endParaRPr>
          </a:p>
        </p:txBody>
      </p:sp>
      <p:sp>
        <p:nvSpPr>
          <p:cNvPr id="66" name="文字方塊 85">
            <a:extLst>
              <a:ext uri="{FF2B5EF4-FFF2-40B4-BE49-F238E27FC236}">
                <a16:creationId xmlns:a16="http://schemas.microsoft.com/office/drawing/2014/main" id="{D36BCC1F-8900-B970-74AF-165FA1F691C6}"/>
              </a:ext>
            </a:extLst>
          </p:cNvPr>
          <p:cNvSpPr txBox="1"/>
          <p:nvPr/>
        </p:nvSpPr>
        <p:spPr>
          <a:xfrm>
            <a:off x="2699077" y="2138401"/>
            <a:ext cx="5523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200" dirty="0">
                <a:solidFill>
                  <a:srgbClr val="000000"/>
                </a:solidFill>
                <a:latin typeface="Tw Cen MT" panose="020B0602020104020603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[,5]</a:t>
            </a:r>
            <a:endParaRPr lang="zh-TW" altLang="en-US" sz="1200" dirty="0">
              <a:latin typeface="Tw Cen MT" panose="020B0602020104020603" pitchFamily="34" charset="0"/>
            </a:endParaRPr>
          </a:p>
        </p:txBody>
      </p:sp>
      <p:sp>
        <p:nvSpPr>
          <p:cNvPr id="67" name="文字方塊 85">
            <a:extLst>
              <a:ext uri="{FF2B5EF4-FFF2-40B4-BE49-F238E27FC236}">
                <a16:creationId xmlns:a16="http://schemas.microsoft.com/office/drawing/2014/main" id="{8B5EDE3F-62DC-87F6-98E5-38629306FF5C}"/>
              </a:ext>
            </a:extLst>
          </p:cNvPr>
          <p:cNvSpPr txBox="1"/>
          <p:nvPr/>
        </p:nvSpPr>
        <p:spPr>
          <a:xfrm>
            <a:off x="920682" y="2510893"/>
            <a:ext cx="5523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200" dirty="0">
                <a:solidFill>
                  <a:srgbClr val="000000"/>
                </a:solidFill>
                <a:latin typeface="Tw Cen MT" panose="020B0602020104020603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[,1]</a:t>
            </a:r>
            <a:endParaRPr lang="zh-TW" altLang="en-US" sz="1200" dirty="0">
              <a:latin typeface="Tw Cen MT" panose="020B0602020104020603" pitchFamily="34" charset="0"/>
            </a:endParaRPr>
          </a:p>
        </p:txBody>
      </p:sp>
      <p:sp>
        <p:nvSpPr>
          <p:cNvPr id="68" name="文字方塊 85">
            <a:extLst>
              <a:ext uri="{FF2B5EF4-FFF2-40B4-BE49-F238E27FC236}">
                <a16:creationId xmlns:a16="http://schemas.microsoft.com/office/drawing/2014/main" id="{F890EE31-D466-8A06-8993-DE7E4D838577}"/>
              </a:ext>
            </a:extLst>
          </p:cNvPr>
          <p:cNvSpPr txBox="1"/>
          <p:nvPr/>
        </p:nvSpPr>
        <p:spPr>
          <a:xfrm>
            <a:off x="920682" y="2978370"/>
            <a:ext cx="5523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200" dirty="0">
                <a:solidFill>
                  <a:srgbClr val="000000"/>
                </a:solidFill>
                <a:latin typeface="Tw Cen MT" panose="020B0602020104020603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[,2]</a:t>
            </a:r>
            <a:endParaRPr lang="zh-TW" altLang="en-US" sz="1200" dirty="0">
              <a:latin typeface="Tw Cen MT" panose="020B0602020104020603" pitchFamily="34" charset="0"/>
            </a:endParaRPr>
          </a:p>
        </p:txBody>
      </p:sp>
      <p:sp>
        <p:nvSpPr>
          <p:cNvPr id="69" name="文字方塊 85">
            <a:extLst>
              <a:ext uri="{FF2B5EF4-FFF2-40B4-BE49-F238E27FC236}">
                <a16:creationId xmlns:a16="http://schemas.microsoft.com/office/drawing/2014/main" id="{0725098E-9365-49B2-1D1A-BC5FC778B9BE}"/>
              </a:ext>
            </a:extLst>
          </p:cNvPr>
          <p:cNvSpPr txBox="1"/>
          <p:nvPr/>
        </p:nvSpPr>
        <p:spPr>
          <a:xfrm>
            <a:off x="920682" y="3533622"/>
            <a:ext cx="5523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200" dirty="0">
                <a:solidFill>
                  <a:srgbClr val="000000"/>
                </a:solidFill>
                <a:latin typeface="Tw Cen MT" panose="020B0602020104020603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[,3]</a:t>
            </a:r>
            <a:endParaRPr lang="zh-TW" altLang="en-US" sz="1200" dirty="0">
              <a:latin typeface="Tw Cen MT" panose="020B0602020104020603" pitchFamily="34" charset="0"/>
            </a:endParaRP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FFDCAFAA-3AB0-632C-0389-3B5ACC5893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0040" y="5051840"/>
            <a:ext cx="2255715" cy="1074513"/>
          </a:xfrm>
          <a:prstGeom prst="rect">
            <a:avLst/>
          </a:prstGeom>
        </p:spPr>
      </p:pic>
      <p:sp>
        <p:nvSpPr>
          <p:cNvPr id="72" name="Rectangle 71">
            <a:extLst>
              <a:ext uri="{FF2B5EF4-FFF2-40B4-BE49-F238E27FC236}">
                <a16:creationId xmlns:a16="http://schemas.microsoft.com/office/drawing/2014/main" id="{BB85CBE9-60D2-FEEA-767C-282E2D3426F8}"/>
              </a:ext>
            </a:extLst>
          </p:cNvPr>
          <p:cNvSpPr/>
          <p:nvPr/>
        </p:nvSpPr>
        <p:spPr>
          <a:xfrm>
            <a:off x="6812124" y="5119379"/>
            <a:ext cx="350196" cy="50583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 Cen MT" panose="020B0602020104020603" pitchFamily="34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BA55092-FF94-DD9D-CE05-2ABF70EC0A8B}"/>
              </a:ext>
            </a:extLst>
          </p:cNvPr>
          <p:cNvSpPr/>
          <p:nvPr/>
        </p:nvSpPr>
        <p:spPr>
          <a:xfrm>
            <a:off x="7162320" y="5119379"/>
            <a:ext cx="350196" cy="50583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 Cen MT" panose="020B0602020104020603" pitchFamily="34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9A963097-3D77-A647-C332-CBA9FE30E9A5}"/>
              </a:ext>
            </a:extLst>
          </p:cNvPr>
          <p:cNvSpPr/>
          <p:nvPr/>
        </p:nvSpPr>
        <p:spPr>
          <a:xfrm>
            <a:off x="7512516" y="5119379"/>
            <a:ext cx="350196" cy="50583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 Cen MT" panose="020B0602020104020603" pitchFamily="34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F73CD4F-A0C2-BC7D-640A-BDC8B04EA5F9}"/>
              </a:ext>
            </a:extLst>
          </p:cNvPr>
          <p:cNvSpPr/>
          <p:nvPr/>
        </p:nvSpPr>
        <p:spPr>
          <a:xfrm>
            <a:off x="7862712" y="5119379"/>
            <a:ext cx="350196" cy="50583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 Cen MT" panose="020B0602020104020603" pitchFamily="34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3D3F2BA9-6C79-ADB1-4702-CD596FE1E995}"/>
              </a:ext>
            </a:extLst>
          </p:cNvPr>
          <p:cNvSpPr/>
          <p:nvPr/>
        </p:nvSpPr>
        <p:spPr>
          <a:xfrm>
            <a:off x="8212908" y="5119379"/>
            <a:ext cx="350196" cy="50583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 Cen MT" panose="020B0602020104020603" pitchFamily="34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29953766-3B0D-53C3-1C16-FD22E09D32DE}"/>
              </a:ext>
            </a:extLst>
          </p:cNvPr>
          <p:cNvSpPr/>
          <p:nvPr/>
        </p:nvSpPr>
        <p:spPr>
          <a:xfrm>
            <a:off x="6812124" y="3207269"/>
            <a:ext cx="350196" cy="5058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 Cen MT" panose="020B0602020104020603" pitchFamily="34" charset="0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FC8C65FA-C670-8C5B-B382-642F20E37E7B}"/>
              </a:ext>
            </a:extLst>
          </p:cNvPr>
          <p:cNvSpPr/>
          <p:nvPr/>
        </p:nvSpPr>
        <p:spPr>
          <a:xfrm>
            <a:off x="7162320" y="3207269"/>
            <a:ext cx="350196" cy="5058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 Cen MT" panose="020B0602020104020603" pitchFamily="34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85803932-EF96-6CE6-28B1-51A7864FC9BB}"/>
              </a:ext>
            </a:extLst>
          </p:cNvPr>
          <p:cNvSpPr/>
          <p:nvPr/>
        </p:nvSpPr>
        <p:spPr>
          <a:xfrm>
            <a:off x="7512516" y="3207269"/>
            <a:ext cx="350196" cy="5058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 Cen MT" panose="020B0602020104020603" pitchFamily="34" charset="0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44ADBE7-2807-0C0B-ABD4-050832707F92}"/>
              </a:ext>
            </a:extLst>
          </p:cNvPr>
          <p:cNvSpPr/>
          <p:nvPr/>
        </p:nvSpPr>
        <p:spPr>
          <a:xfrm>
            <a:off x="7862712" y="3207269"/>
            <a:ext cx="350196" cy="5058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 Cen MT" panose="020B0602020104020603" pitchFamily="34" charset="0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C723D60-2392-0179-96EC-5E720C741A52}"/>
              </a:ext>
            </a:extLst>
          </p:cNvPr>
          <p:cNvSpPr/>
          <p:nvPr/>
        </p:nvSpPr>
        <p:spPr>
          <a:xfrm>
            <a:off x="8212908" y="3207269"/>
            <a:ext cx="350196" cy="5058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 Cen MT" panose="020B0602020104020603" pitchFamily="34" charset="0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4D5D835-593D-E243-1BC6-7B4481F51B18}"/>
              </a:ext>
            </a:extLst>
          </p:cNvPr>
          <p:cNvSpPr/>
          <p:nvPr/>
        </p:nvSpPr>
        <p:spPr>
          <a:xfrm>
            <a:off x="6812124" y="3713107"/>
            <a:ext cx="350196" cy="5058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 Cen MT" panose="020B0602020104020603" pitchFamily="34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FE245641-4ACB-8A13-06EF-648E466216AE}"/>
              </a:ext>
            </a:extLst>
          </p:cNvPr>
          <p:cNvSpPr/>
          <p:nvPr/>
        </p:nvSpPr>
        <p:spPr>
          <a:xfrm>
            <a:off x="7162320" y="3713107"/>
            <a:ext cx="350196" cy="5058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 Cen MT" panose="020B0602020104020603" pitchFamily="34" charset="0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05CDB4C-B5F5-727C-FE01-896281B6D37D}"/>
              </a:ext>
            </a:extLst>
          </p:cNvPr>
          <p:cNvSpPr/>
          <p:nvPr/>
        </p:nvSpPr>
        <p:spPr>
          <a:xfrm>
            <a:off x="7512516" y="3713107"/>
            <a:ext cx="350196" cy="5058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 Cen MT" panose="020B0602020104020603" pitchFamily="34" charset="0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B00AE83F-B100-2E50-A0E3-E38790BD2A89}"/>
              </a:ext>
            </a:extLst>
          </p:cNvPr>
          <p:cNvSpPr/>
          <p:nvPr/>
        </p:nvSpPr>
        <p:spPr>
          <a:xfrm>
            <a:off x="7862712" y="3713107"/>
            <a:ext cx="350196" cy="5058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 Cen MT" panose="020B0602020104020603" pitchFamily="34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DD2A6F79-B8AA-9481-6863-FF6EF579E059}"/>
              </a:ext>
            </a:extLst>
          </p:cNvPr>
          <p:cNvSpPr/>
          <p:nvPr/>
        </p:nvSpPr>
        <p:spPr>
          <a:xfrm>
            <a:off x="8212908" y="3713107"/>
            <a:ext cx="350196" cy="5058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 Cen MT" panose="020B0602020104020603" pitchFamily="34" charset="0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D6A6F851-B7DC-D348-A92A-918251A6C596}"/>
              </a:ext>
            </a:extLst>
          </p:cNvPr>
          <p:cNvSpPr/>
          <p:nvPr/>
        </p:nvSpPr>
        <p:spPr>
          <a:xfrm>
            <a:off x="6812124" y="4218945"/>
            <a:ext cx="350196" cy="5058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 Cen MT" panose="020B0602020104020603" pitchFamily="34" charset="0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7D268FE6-2CC8-7F84-38B0-2A26ADAE5744}"/>
              </a:ext>
            </a:extLst>
          </p:cNvPr>
          <p:cNvSpPr/>
          <p:nvPr/>
        </p:nvSpPr>
        <p:spPr>
          <a:xfrm>
            <a:off x="7162320" y="4218945"/>
            <a:ext cx="350196" cy="5058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 Cen MT" panose="020B0602020104020603" pitchFamily="34" charset="0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19FF9CAA-BD66-ABD6-6D7C-8F4CA4C682C7}"/>
              </a:ext>
            </a:extLst>
          </p:cNvPr>
          <p:cNvSpPr/>
          <p:nvPr/>
        </p:nvSpPr>
        <p:spPr>
          <a:xfrm>
            <a:off x="7512516" y="4218945"/>
            <a:ext cx="350196" cy="5058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 Cen MT" panose="020B0602020104020603" pitchFamily="34" charset="0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01F753FD-AADD-D0AE-BA9C-EE3D2B751AB6}"/>
              </a:ext>
            </a:extLst>
          </p:cNvPr>
          <p:cNvSpPr/>
          <p:nvPr/>
        </p:nvSpPr>
        <p:spPr>
          <a:xfrm>
            <a:off x="7862712" y="4218945"/>
            <a:ext cx="350196" cy="5058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 Cen MT" panose="020B0602020104020603" pitchFamily="34" charset="0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7579D3B6-3CAE-A15F-E2D1-30DFBD56A915}"/>
              </a:ext>
            </a:extLst>
          </p:cNvPr>
          <p:cNvSpPr/>
          <p:nvPr/>
        </p:nvSpPr>
        <p:spPr>
          <a:xfrm>
            <a:off x="8212908" y="4218945"/>
            <a:ext cx="350196" cy="5058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 Cen MT" panose="020B0602020104020603" pitchFamily="34" charset="0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B4B4B8C4-0D06-A7A6-700E-4F5B78643229}"/>
              </a:ext>
            </a:extLst>
          </p:cNvPr>
          <p:cNvSpPr/>
          <p:nvPr/>
        </p:nvSpPr>
        <p:spPr>
          <a:xfrm>
            <a:off x="8212908" y="2840725"/>
            <a:ext cx="350196" cy="36654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  <a:latin typeface="Tw Cen MT" panose="020B0602020104020603" pitchFamily="34" charset="0"/>
                <a:ea typeface="微軟正黑體" panose="020B0604030504040204" pitchFamily="34" charset="-120"/>
              </a:rPr>
              <a:t>E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B2F2A3ED-FA92-A0B5-C330-9CD612521AC3}"/>
              </a:ext>
            </a:extLst>
          </p:cNvPr>
          <p:cNvSpPr/>
          <p:nvPr/>
        </p:nvSpPr>
        <p:spPr>
          <a:xfrm>
            <a:off x="7862712" y="2840725"/>
            <a:ext cx="350196" cy="36654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  <a:latin typeface="Tw Cen MT" panose="020B0602020104020603" pitchFamily="34" charset="0"/>
                <a:ea typeface="微軟正黑體" panose="020B0604030504040204" pitchFamily="34" charset="-120"/>
              </a:rPr>
              <a:t>D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48B6B672-BDCC-0434-108F-FC696E9E5B2F}"/>
              </a:ext>
            </a:extLst>
          </p:cNvPr>
          <p:cNvSpPr/>
          <p:nvPr/>
        </p:nvSpPr>
        <p:spPr>
          <a:xfrm>
            <a:off x="7512516" y="2840725"/>
            <a:ext cx="350196" cy="36654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  <a:latin typeface="Tw Cen MT" panose="020B0602020104020603" pitchFamily="34" charset="0"/>
                <a:ea typeface="微軟正黑體" panose="020B0604030504040204" pitchFamily="34" charset="-120"/>
              </a:rPr>
              <a:t>C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97725ACD-DDE5-FDC0-5F11-C82567F95AFB}"/>
              </a:ext>
            </a:extLst>
          </p:cNvPr>
          <p:cNvSpPr/>
          <p:nvPr/>
        </p:nvSpPr>
        <p:spPr>
          <a:xfrm>
            <a:off x="7162320" y="2840725"/>
            <a:ext cx="350196" cy="36654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  <a:latin typeface="Tw Cen MT" panose="020B0602020104020603" pitchFamily="34" charset="0"/>
                <a:ea typeface="微軟正黑體" panose="020B0604030504040204" pitchFamily="34" charset="-120"/>
              </a:rPr>
              <a:t>B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F2EC0C1E-3B4D-327A-54F8-EEA4AA0DB90E}"/>
              </a:ext>
            </a:extLst>
          </p:cNvPr>
          <p:cNvSpPr/>
          <p:nvPr/>
        </p:nvSpPr>
        <p:spPr>
          <a:xfrm>
            <a:off x="6812124" y="2840725"/>
            <a:ext cx="350196" cy="36654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  <a:latin typeface="Tw Cen MT" panose="020B0602020104020603" pitchFamily="34" charset="0"/>
                <a:ea typeface="微軟正黑體" panose="020B0604030504040204" pitchFamily="34" charset="-120"/>
              </a:rPr>
              <a:t>A</a:t>
            </a:r>
          </a:p>
        </p:txBody>
      </p:sp>
      <p:pic>
        <p:nvPicPr>
          <p:cNvPr id="98" name="Picture 97">
            <a:extLst>
              <a:ext uri="{FF2B5EF4-FFF2-40B4-BE49-F238E27FC236}">
                <a16:creationId xmlns:a16="http://schemas.microsoft.com/office/drawing/2014/main" id="{DBA3F252-0F19-55E7-B4C2-3A3BC6AD0A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6495" y="3255369"/>
            <a:ext cx="1948516" cy="1808427"/>
          </a:xfrm>
          <a:prstGeom prst="rect">
            <a:avLst/>
          </a:prstGeom>
        </p:spPr>
      </p:pic>
      <p:sp>
        <p:nvSpPr>
          <p:cNvPr id="99" name="文字方塊 85">
            <a:extLst>
              <a:ext uri="{FF2B5EF4-FFF2-40B4-BE49-F238E27FC236}">
                <a16:creationId xmlns:a16="http://schemas.microsoft.com/office/drawing/2014/main" id="{1B08BD4B-B6A4-8F56-F0C9-F5F2B3BBDCDA}"/>
              </a:ext>
            </a:extLst>
          </p:cNvPr>
          <p:cNvSpPr txBox="1"/>
          <p:nvPr/>
        </p:nvSpPr>
        <p:spPr>
          <a:xfrm>
            <a:off x="6749552" y="2532948"/>
            <a:ext cx="5878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400" dirty="0">
                <a:solidFill>
                  <a:srgbClr val="000000"/>
                </a:solidFill>
                <a:latin typeface="Tw Cen MT" panose="020B0602020104020603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[[1]]</a:t>
            </a:r>
            <a:endParaRPr lang="zh-TW" altLang="en-US" sz="1400" dirty="0">
              <a:latin typeface="Tw Cen MT" panose="020B0602020104020603" pitchFamily="34" charset="0"/>
            </a:endParaRPr>
          </a:p>
        </p:txBody>
      </p:sp>
      <p:sp>
        <p:nvSpPr>
          <p:cNvPr id="100" name="文字方塊 85">
            <a:extLst>
              <a:ext uri="{FF2B5EF4-FFF2-40B4-BE49-F238E27FC236}">
                <a16:creationId xmlns:a16="http://schemas.microsoft.com/office/drawing/2014/main" id="{CF21E289-4158-DA24-B0F4-CDAA4DB9A717}"/>
              </a:ext>
            </a:extLst>
          </p:cNvPr>
          <p:cNvSpPr txBox="1"/>
          <p:nvPr/>
        </p:nvSpPr>
        <p:spPr>
          <a:xfrm>
            <a:off x="6749552" y="4811602"/>
            <a:ext cx="5878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400" dirty="0">
                <a:solidFill>
                  <a:srgbClr val="000000"/>
                </a:solidFill>
                <a:latin typeface="Tw Cen MT" panose="020B0602020104020603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[[2]]</a:t>
            </a:r>
            <a:endParaRPr lang="zh-TW" altLang="en-US" sz="1400" dirty="0">
              <a:latin typeface="Tw Cen MT" panose="020B0602020104020603" pitchFamily="34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F0D5294-99FF-A31D-CF04-06F041D76F1F}"/>
              </a:ext>
            </a:extLst>
          </p:cNvPr>
          <p:cNvSpPr txBox="1"/>
          <p:nvPr/>
        </p:nvSpPr>
        <p:spPr>
          <a:xfrm>
            <a:off x="1296090" y="181228"/>
            <a:ext cx="24833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 u="sng" dirty="0">
                <a:latin typeface="Tw Cen MT" panose="020B0602020104020603" pitchFamily="34" charset="0"/>
                <a:ea typeface="微軟正黑體" panose="020B0604030504040204" pitchFamily="34" charset="-120"/>
              </a:rPr>
              <a:t>V</a:t>
            </a:r>
            <a:r>
              <a:rPr lang="en-GB" altLang="zh-TW" sz="2000" b="1" u="sng" dirty="0" err="1">
                <a:latin typeface="Tw Cen MT" panose="020B0602020104020603" pitchFamily="34" charset="0"/>
                <a:ea typeface="微軟正黑體" panose="020B0604030504040204" pitchFamily="34" charset="-120"/>
              </a:rPr>
              <a:t>ector</a:t>
            </a:r>
            <a:endParaRPr lang="en-GB" sz="2000" b="1" u="sng" dirty="0">
              <a:latin typeface="Tw Cen MT" panose="020B0602020104020603" pitchFamily="34" charset="0"/>
              <a:ea typeface="微軟正黑體" panose="020B0604030504040204" pitchFamily="34" charset="-12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DB6FBF8-EF83-B907-0B8B-3385DC860838}"/>
              </a:ext>
            </a:extLst>
          </p:cNvPr>
          <p:cNvSpPr txBox="1"/>
          <p:nvPr/>
        </p:nvSpPr>
        <p:spPr>
          <a:xfrm>
            <a:off x="6619583" y="666453"/>
            <a:ext cx="24833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 u="sng" dirty="0">
                <a:latin typeface="Tw Cen MT" panose="020B0602020104020603" pitchFamily="34" charset="0"/>
                <a:ea typeface="微軟正黑體" panose="020B0604030504040204" pitchFamily="34" charset="-120"/>
              </a:rPr>
              <a:t>Factor</a:t>
            </a:r>
            <a:endParaRPr lang="en-GB" sz="2000" b="1" u="sng" dirty="0">
              <a:latin typeface="Tw Cen MT" panose="020B0602020104020603" pitchFamily="34" charset="0"/>
              <a:ea typeface="微軟正黑體" panose="020B0604030504040204" pitchFamily="34" charset="-12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E6121BC-00B0-994A-5141-70E4910A81E7}"/>
              </a:ext>
            </a:extLst>
          </p:cNvPr>
          <p:cNvSpPr txBox="1"/>
          <p:nvPr/>
        </p:nvSpPr>
        <p:spPr>
          <a:xfrm>
            <a:off x="1296090" y="1705931"/>
            <a:ext cx="24833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 u="sng" dirty="0">
                <a:latin typeface="Tw Cen MT" panose="020B0602020104020603" pitchFamily="34" charset="0"/>
                <a:ea typeface="微軟正黑體" panose="020B0604030504040204" pitchFamily="34" charset="-120"/>
              </a:rPr>
              <a:t>M</a:t>
            </a:r>
            <a:r>
              <a:rPr lang="en-GB" sz="2000" b="1" u="sng" dirty="0" err="1">
                <a:latin typeface="Tw Cen MT" panose="020B0602020104020603" pitchFamily="34" charset="0"/>
                <a:ea typeface="微軟正黑體" panose="020B0604030504040204" pitchFamily="34" charset="-120"/>
              </a:rPr>
              <a:t>atrix</a:t>
            </a:r>
            <a:endParaRPr lang="en-GB" sz="2000" b="1" u="sng" dirty="0">
              <a:latin typeface="Tw Cen MT" panose="020B0602020104020603" pitchFamily="34" charset="0"/>
              <a:ea typeface="微軟正黑體" panose="020B0604030504040204" pitchFamily="34" charset="-120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9F447162-41AC-83C6-2CBB-FFD35FCD4411}"/>
              </a:ext>
            </a:extLst>
          </p:cNvPr>
          <p:cNvSpPr txBox="1"/>
          <p:nvPr/>
        </p:nvSpPr>
        <p:spPr>
          <a:xfrm>
            <a:off x="1296090" y="4311229"/>
            <a:ext cx="36090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TW" sz="2000" b="1" u="sng" dirty="0">
                <a:latin typeface="Tw Cen MT" panose="020B0602020104020603" pitchFamily="34" charset="0"/>
                <a:ea typeface="微軟正黑體" panose="020B0604030504040204" pitchFamily="34" charset="-120"/>
              </a:rPr>
              <a:t>Data </a:t>
            </a:r>
            <a:r>
              <a:rPr lang="en-US" altLang="zh-TW" sz="2000" b="1" u="sng" dirty="0">
                <a:latin typeface="Tw Cen MT" panose="020B0602020104020603" pitchFamily="34" charset="0"/>
                <a:ea typeface="微軟正黑體" panose="020B0604030504040204" pitchFamily="34" charset="-120"/>
              </a:rPr>
              <a:t>f</a:t>
            </a:r>
            <a:r>
              <a:rPr lang="en-GB" altLang="zh-TW" sz="2000" b="1" u="sng" dirty="0" err="1">
                <a:latin typeface="Tw Cen MT" panose="020B0602020104020603" pitchFamily="34" charset="0"/>
                <a:ea typeface="微軟正黑體" panose="020B0604030504040204" pitchFamily="34" charset="-120"/>
              </a:rPr>
              <a:t>rame</a:t>
            </a:r>
            <a:endParaRPr lang="en-GB" sz="2000" b="1" u="sng" dirty="0">
              <a:latin typeface="Tw Cen MT" panose="020B0602020104020603" pitchFamily="34" charset="0"/>
              <a:ea typeface="微軟正黑體" panose="020B0604030504040204" pitchFamily="34" charset="-120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963C8CFA-AFD0-420A-DFF6-9432CE011C12}"/>
              </a:ext>
            </a:extLst>
          </p:cNvPr>
          <p:cNvSpPr txBox="1"/>
          <p:nvPr/>
        </p:nvSpPr>
        <p:spPr>
          <a:xfrm>
            <a:off x="6619583" y="2043262"/>
            <a:ext cx="24833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 u="sng" dirty="0">
                <a:latin typeface="Tw Cen MT" panose="020B0602020104020603" pitchFamily="34" charset="0"/>
                <a:ea typeface="微軟正黑體" panose="020B0604030504040204" pitchFamily="34" charset="-120"/>
              </a:rPr>
              <a:t>List</a:t>
            </a:r>
            <a:r>
              <a:rPr lang="zh-TW" altLang="en-GB" sz="2000" b="1" u="sng" dirty="0">
                <a:latin typeface="Tw Cen MT" panose="020B0602020104020603" pitchFamily="34" charset="0"/>
                <a:ea typeface="微軟正黑體" panose="020B0604030504040204" pitchFamily="34" charset="-120"/>
              </a:rPr>
              <a:t> </a:t>
            </a:r>
            <a:endParaRPr lang="en-GB" sz="2000" b="1" u="sng" dirty="0">
              <a:latin typeface="Tw Cen MT" panose="020B0602020104020603" pitchFamily="34" charset="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597683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01">
            <a:extLst>
              <a:ext uri="{FF2B5EF4-FFF2-40B4-BE49-F238E27FC236}">
                <a16:creationId xmlns:a16="http://schemas.microsoft.com/office/drawing/2014/main" id="{1A7BA670-1530-D566-ECE3-546BBB4F83C4}"/>
              </a:ext>
            </a:extLst>
          </p:cNvPr>
          <p:cNvSpPr/>
          <p:nvPr/>
        </p:nvSpPr>
        <p:spPr>
          <a:xfrm>
            <a:off x="437745" y="831019"/>
            <a:ext cx="10618664" cy="3903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7AD2312D-6AD9-9099-CBBA-DD1EAD37EC54}"/>
              </a:ext>
            </a:extLst>
          </p:cNvPr>
          <p:cNvSpPr/>
          <p:nvPr/>
        </p:nvSpPr>
        <p:spPr>
          <a:xfrm>
            <a:off x="2071091" y="995246"/>
            <a:ext cx="7410052" cy="365712"/>
          </a:xfrm>
          <a:prstGeom prst="roundRect">
            <a:avLst>
              <a:gd name="adj" fmla="val 19303"/>
            </a:avLst>
          </a:prstGeom>
          <a:solidFill>
            <a:schemeClr val="accent6">
              <a:lumMod val="20000"/>
              <a:lumOff val="80000"/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>
              <a:latin typeface="Tw Cen MT" panose="020B0602020104020603" pitchFamily="34" charset="0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7812E6D-64F6-050B-1950-36F5D8342439}"/>
              </a:ext>
            </a:extLst>
          </p:cNvPr>
          <p:cNvSpPr txBox="1"/>
          <p:nvPr/>
        </p:nvSpPr>
        <p:spPr>
          <a:xfrm>
            <a:off x="9718833" y="1022717"/>
            <a:ext cx="1182585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altLang="zh-TW" b="1" dirty="0">
                <a:latin typeface="Consolas" panose="020B0609020204030204" pitchFamily="49" charset="0"/>
                <a:ea typeface="微軟正黑體" panose="020B0604030504040204" pitchFamily="34" charset="-120"/>
              </a:rPr>
              <a:t>rank()</a:t>
            </a:r>
            <a:endParaRPr lang="en-GB" b="1" dirty="0">
              <a:latin typeface="Consolas" panose="020B0609020204030204" pitchFamily="49" charset="0"/>
              <a:ea typeface="微軟正黑體" panose="020B0604030504040204" pitchFamily="34" charset="-120"/>
            </a:endParaRP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48EBA9AE-7C25-84D2-DBBC-F546A18FA226}"/>
              </a:ext>
            </a:extLst>
          </p:cNvPr>
          <p:cNvSpPr/>
          <p:nvPr/>
        </p:nvSpPr>
        <p:spPr>
          <a:xfrm>
            <a:off x="2071091" y="1637564"/>
            <a:ext cx="7410052" cy="317738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>
              <a:latin typeface="Tw Cen MT" panose="020B0602020104020603" pitchFamily="34" charset="0"/>
            </a:endParaRP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BCA4FEE7-A023-9431-95D3-48361AE3220D}"/>
              </a:ext>
            </a:extLst>
          </p:cNvPr>
          <p:cNvSpPr/>
          <p:nvPr/>
        </p:nvSpPr>
        <p:spPr>
          <a:xfrm>
            <a:off x="2071091" y="4236340"/>
            <a:ext cx="7410052" cy="317738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>
              <a:latin typeface="Tw Cen MT" panose="020B06020201040206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AB079A-E957-1C83-A48F-1CF4F18F7F35}"/>
              </a:ext>
            </a:extLst>
          </p:cNvPr>
          <p:cNvSpPr txBox="1"/>
          <p:nvPr/>
        </p:nvSpPr>
        <p:spPr>
          <a:xfrm>
            <a:off x="2071099" y="1965331"/>
            <a:ext cx="600683" cy="52322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2800" b="1" dirty="0">
                <a:solidFill>
                  <a:schemeClr val="bg1"/>
                </a:solidFill>
                <a:latin typeface="Tw Cen MT" panose="020B0602020104020603" pitchFamily="34" charset="0"/>
                <a:ea typeface="微軟正黑體" panose="020B0604030504040204" pitchFamily="34" charset="-120"/>
              </a:rPr>
              <a:t>5</a:t>
            </a:r>
            <a:endParaRPr lang="en-GB" sz="2800" b="1" dirty="0">
              <a:solidFill>
                <a:schemeClr val="bg1"/>
              </a:solidFill>
              <a:latin typeface="Tw Cen MT" panose="020B0602020104020603" pitchFamily="34" charset="0"/>
              <a:ea typeface="微軟正黑體" panose="020B0604030504040204" pitchFamily="34" charset="-12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D47305-10A5-9C2F-2B1B-BC1AEAAAD62D}"/>
              </a:ext>
            </a:extLst>
          </p:cNvPr>
          <p:cNvSpPr txBox="1"/>
          <p:nvPr/>
        </p:nvSpPr>
        <p:spPr>
          <a:xfrm>
            <a:off x="3043865" y="1965331"/>
            <a:ext cx="600683" cy="52322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2800" b="1" dirty="0">
                <a:solidFill>
                  <a:schemeClr val="bg1"/>
                </a:solidFill>
                <a:latin typeface="Tw Cen MT" panose="020B0602020104020603" pitchFamily="34" charset="0"/>
                <a:ea typeface="微軟正黑體" panose="020B0604030504040204" pitchFamily="34" charset="-120"/>
              </a:rPr>
              <a:t>9</a:t>
            </a:r>
            <a:endParaRPr lang="en-GB" sz="2800" b="1" dirty="0">
              <a:solidFill>
                <a:schemeClr val="bg1"/>
              </a:solidFill>
              <a:latin typeface="Tw Cen MT" panose="020B0602020104020603" pitchFamily="34" charset="0"/>
              <a:ea typeface="微軟正黑體" panose="020B0604030504040204" pitchFamily="34" charset="-12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7AB10E-8BB9-5968-2713-89DB932E6F60}"/>
              </a:ext>
            </a:extLst>
          </p:cNvPr>
          <p:cNvSpPr txBox="1"/>
          <p:nvPr/>
        </p:nvSpPr>
        <p:spPr>
          <a:xfrm>
            <a:off x="4016631" y="1965331"/>
            <a:ext cx="600683" cy="52322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2800" b="1" dirty="0">
                <a:solidFill>
                  <a:schemeClr val="bg1"/>
                </a:solidFill>
                <a:latin typeface="Tw Cen MT" panose="020B0602020104020603" pitchFamily="34" charset="0"/>
                <a:ea typeface="微軟正黑體" panose="020B0604030504040204" pitchFamily="34" charset="-120"/>
              </a:rPr>
              <a:t>3</a:t>
            </a:r>
            <a:endParaRPr lang="en-GB" sz="2800" b="1" dirty="0">
              <a:solidFill>
                <a:schemeClr val="bg1"/>
              </a:solidFill>
              <a:latin typeface="Tw Cen MT" panose="020B0602020104020603" pitchFamily="34" charset="0"/>
              <a:ea typeface="微軟正黑體" panose="020B0604030504040204" pitchFamily="34" charset="-12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C7D43E-543B-FF03-A619-E9AD806A670B}"/>
              </a:ext>
            </a:extLst>
          </p:cNvPr>
          <p:cNvSpPr txBox="1"/>
          <p:nvPr/>
        </p:nvSpPr>
        <p:spPr>
          <a:xfrm>
            <a:off x="4989397" y="1965331"/>
            <a:ext cx="600683" cy="52322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Tw Cen MT" panose="020B0602020104020603" pitchFamily="34" charset="0"/>
                <a:ea typeface="微軟正黑體" panose="020B0604030504040204" pitchFamily="34" charset="-120"/>
              </a:rPr>
              <a:t>15</a:t>
            </a:r>
            <a:endParaRPr lang="en-GB" sz="2800" b="1" dirty="0">
              <a:solidFill>
                <a:schemeClr val="bg1"/>
              </a:solidFill>
              <a:latin typeface="Tw Cen MT" panose="020B0602020104020603" pitchFamily="34" charset="0"/>
              <a:ea typeface="微軟正黑體" panose="020B0604030504040204" pitchFamily="34" charset="-12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015119-48D0-E031-1F0E-973E6DFA32B7}"/>
              </a:ext>
            </a:extLst>
          </p:cNvPr>
          <p:cNvSpPr txBox="1"/>
          <p:nvPr/>
        </p:nvSpPr>
        <p:spPr>
          <a:xfrm>
            <a:off x="5962163" y="1965331"/>
            <a:ext cx="600683" cy="52322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2800" b="1" dirty="0">
                <a:solidFill>
                  <a:schemeClr val="bg1"/>
                </a:solidFill>
                <a:latin typeface="Tw Cen MT" panose="020B0602020104020603" pitchFamily="34" charset="0"/>
                <a:ea typeface="微軟正黑體" panose="020B0604030504040204" pitchFamily="34" charset="-120"/>
              </a:rPr>
              <a:t>6</a:t>
            </a:r>
            <a:endParaRPr lang="en-GB" sz="2800" b="1" dirty="0">
              <a:solidFill>
                <a:schemeClr val="bg1"/>
              </a:solidFill>
              <a:latin typeface="Tw Cen MT" panose="020B0602020104020603" pitchFamily="34" charset="0"/>
              <a:ea typeface="微軟正黑體" panose="020B0604030504040204" pitchFamily="34" charset="-12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544647-A270-7E01-DFDE-3508EF7F6E72}"/>
              </a:ext>
            </a:extLst>
          </p:cNvPr>
          <p:cNvSpPr txBox="1"/>
          <p:nvPr/>
        </p:nvSpPr>
        <p:spPr>
          <a:xfrm>
            <a:off x="6934929" y="1965331"/>
            <a:ext cx="600683" cy="52322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Tw Cen MT" panose="020B0602020104020603" pitchFamily="34" charset="0"/>
                <a:ea typeface="微軟正黑體" panose="020B0604030504040204" pitchFamily="34" charset="-120"/>
              </a:rPr>
              <a:t>2</a:t>
            </a:r>
            <a:endParaRPr lang="en-GB" sz="2800" b="1" dirty="0">
              <a:solidFill>
                <a:schemeClr val="bg1"/>
              </a:solidFill>
              <a:latin typeface="Tw Cen MT" panose="020B0602020104020603" pitchFamily="34" charset="0"/>
              <a:ea typeface="微軟正黑體" panose="020B0604030504040204" pitchFamily="34" charset="-12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CC8C5F-7FCD-15F8-3113-D3C3D7988CCD}"/>
              </a:ext>
            </a:extLst>
          </p:cNvPr>
          <p:cNvSpPr txBox="1"/>
          <p:nvPr/>
        </p:nvSpPr>
        <p:spPr>
          <a:xfrm>
            <a:off x="7907695" y="1965331"/>
            <a:ext cx="600683" cy="52322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Tw Cen MT" panose="020B0602020104020603" pitchFamily="34" charset="0"/>
                <a:ea typeface="微軟正黑體" panose="020B0604030504040204" pitchFamily="34" charset="-120"/>
              </a:rPr>
              <a:t>8</a:t>
            </a:r>
            <a:endParaRPr lang="en-GB" sz="2800" b="1" dirty="0">
              <a:solidFill>
                <a:schemeClr val="bg1"/>
              </a:solidFill>
              <a:latin typeface="Tw Cen MT" panose="020B0602020104020603" pitchFamily="34" charset="0"/>
              <a:ea typeface="微軟正黑體" panose="020B0604030504040204" pitchFamily="34" charset="-12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3A2EDE-2ED0-B844-3272-478842FFC5F0}"/>
              </a:ext>
            </a:extLst>
          </p:cNvPr>
          <p:cNvSpPr txBox="1"/>
          <p:nvPr/>
        </p:nvSpPr>
        <p:spPr>
          <a:xfrm>
            <a:off x="8880461" y="1965331"/>
            <a:ext cx="600683" cy="52322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2800" b="1" dirty="0">
                <a:solidFill>
                  <a:schemeClr val="bg1"/>
                </a:solidFill>
                <a:latin typeface="Tw Cen MT" panose="020B0602020104020603" pitchFamily="34" charset="0"/>
                <a:ea typeface="微軟正黑體" panose="020B0604030504040204" pitchFamily="34" charset="-120"/>
              </a:rPr>
              <a:t>12</a:t>
            </a:r>
            <a:endParaRPr lang="en-GB" sz="2800" b="1" dirty="0">
              <a:solidFill>
                <a:schemeClr val="bg1"/>
              </a:solidFill>
              <a:latin typeface="Tw Cen MT" panose="020B0602020104020603" pitchFamily="34" charset="0"/>
              <a:ea typeface="微軟正黑體" panose="020B0604030504040204" pitchFamily="34" charset="-12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5DC515-2EA3-5015-4AF0-A24578854ECE}"/>
              </a:ext>
            </a:extLst>
          </p:cNvPr>
          <p:cNvSpPr txBox="1"/>
          <p:nvPr/>
        </p:nvSpPr>
        <p:spPr>
          <a:xfrm>
            <a:off x="2071099" y="3774675"/>
            <a:ext cx="600683" cy="5232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Tw Cen MT" panose="020B0602020104020603" pitchFamily="34" charset="0"/>
                <a:ea typeface="微軟正黑體" panose="020B0604030504040204" pitchFamily="34" charset="-120"/>
              </a:rPr>
              <a:t>2</a:t>
            </a:r>
            <a:endParaRPr lang="en-GB" sz="2800" b="1" dirty="0">
              <a:latin typeface="Tw Cen MT" panose="020B0602020104020603" pitchFamily="34" charset="0"/>
              <a:ea typeface="微軟正黑體" panose="020B0604030504040204" pitchFamily="34" charset="-12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5A0EC0-1E87-2A91-5105-9873D27DC8F1}"/>
              </a:ext>
            </a:extLst>
          </p:cNvPr>
          <p:cNvSpPr txBox="1"/>
          <p:nvPr/>
        </p:nvSpPr>
        <p:spPr>
          <a:xfrm>
            <a:off x="3043864" y="3774675"/>
            <a:ext cx="600683" cy="5232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Tw Cen MT" panose="020B0602020104020603" pitchFamily="34" charset="0"/>
                <a:ea typeface="微軟正黑體" panose="020B0604030504040204" pitchFamily="34" charset="-120"/>
              </a:rPr>
              <a:t>3</a:t>
            </a:r>
            <a:endParaRPr lang="en-GB" sz="2800" b="1" dirty="0">
              <a:latin typeface="Tw Cen MT" panose="020B0602020104020603" pitchFamily="34" charset="0"/>
              <a:ea typeface="微軟正黑體" panose="020B0604030504040204" pitchFamily="34" charset="-12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5622B7-C921-99F9-129C-56F39376B51A}"/>
              </a:ext>
            </a:extLst>
          </p:cNvPr>
          <p:cNvSpPr txBox="1"/>
          <p:nvPr/>
        </p:nvSpPr>
        <p:spPr>
          <a:xfrm>
            <a:off x="4016631" y="3774675"/>
            <a:ext cx="600683" cy="5232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Tw Cen MT" panose="020B0602020104020603" pitchFamily="34" charset="0"/>
                <a:ea typeface="微軟正黑體" panose="020B0604030504040204" pitchFamily="34" charset="-120"/>
              </a:rPr>
              <a:t>5</a:t>
            </a:r>
            <a:endParaRPr lang="en-GB" sz="2800" b="1" dirty="0">
              <a:latin typeface="Tw Cen MT" panose="020B0602020104020603" pitchFamily="34" charset="0"/>
              <a:ea typeface="微軟正黑體" panose="020B0604030504040204" pitchFamily="34" charset="-12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A8D4BA-7298-D3F4-87F4-4B3799D98C20}"/>
              </a:ext>
            </a:extLst>
          </p:cNvPr>
          <p:cNvSpPr txBox="1"/>
          <p:nvPr/>
        </p:nvSpPr>
        <p:spPr>
          <a:xfrm>
            <a:off x="4989396" y="3774675"/>
            <a:ext cx="600683" cy="5232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Tw Cen MT" panose="020B0602020104020603" pitchFamily="34" charset="0"/>
                <a:ea typeface="微軟正黑體" panose="020B0604030504040204" pitchFamily="34" charset="-120"/>
              </a:rPr>
              <a:t>6</a:t>
            </a:r>
            <a:endParaRPr lang="en-GB" sz="2800" b="1" dirty="0">
              <a:latin typeface="Tw Cen MT" panose="020B0602020104020603" pitchFamily="34" charset="0"/>
              <a:ea typeface="微軟正黑體" panose="020B0604030504040204" pitchFamily="34" charset="-12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6FD8B4C-371D-B908-39EB-EAEA290215E3}"/>
              </a:ext>
            </a:extLst>
          </p:cNvPr>
          <p:cNvSpPr txBox="1"/>
          <p:nvPr/>
        </p:nvSpPr>
        <p:spPr>
          <a:xfrm>
            <a:off x="5962161" y="3774675"/>
            <a:ext cx="600683" cy="5232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sz="2800" b="1" dirty="0">
                <a:latin typeface="Tw Cen MT" panose="020B0602020104020603" pitchFamily="34" charset="0"/>
                <a:ea typeface="微軟正黑體" panose="020B0604030504040204" pitchFamily="34" charset="-120"/>
              </a:rPr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C6717F-8E79-479A-EBCB-B8C9EE7DA4C2}"/>
              </a:ext>
            </a:extLst>
          </p:cNvPr>
          <p:cNvSpPr txBox="1"/>
          <p:nvPr/>
        </p:nvSpPr>
        <p:spPr>
          <a:xfrm>
            <a:off x="6934929" y="3774675"/>
            <a:ext cx="600683" cy="5232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2800" b="1" dirty="0">
                <a:latin typeface="Tw Cen MT" panose="020B0602020104020603" pitchFamily="34" charset="0"/>
                <a:ea typeface="微軟正黑體" panose="020B0604030504040204" pitchFamily="34" charset="-120"/>
              </a:rPr>
              <a:t>9</a:t>
            </a:r>
            <a:endParaRPr lang="en-GB" sz="2800" b="1" dirty="0">
              <a:latin typeface="Tw Cen MT" panose="020B0602020104020603" pitchFamily="34" charset="0"/>
              <a:ea typeface="微軟正黑體" panose="020B0604030504040204" pitchFamily="34" charset="-12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2F390FF-6B15-D1CA-8F6A-50E4B607EF7D}"/>
              </a:ext>
            </a:extLst>
          </p:cNvPr>
          <p:cNvSpPr txBox="1"/>
          <p:nvPr/>
        </p:nvSpPr>
        <p:spPr>
          <a:xfrm>
            <a:off x="7907695" y="3774675"/>
            <a:ext cx="600683" cy="5232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2800" b="1" dirty="0">
                <a:latin typeface="Tw Cen MT" panose="020B0602020104020603" pitchFamily="34" charset="0"/>
                <a:ea typeface="微軟正黑體" panose="020B0604030504040204" pitchFamily="34" charset="-120"/>
              </a:rPr>
              <a:t>12</a:t>
            </a:r>
            <a:endParaRPr lang="en-GB" sz="2800" b="1" dirty="0">
              <a:latin typeface="Tw Cen MT" panose="020B0602020104020603" pitchFamily="34" charset="0"/>
              <a:ea typeface="微軟正黑體" panose="020B0604030504040204" pitchFamily="34" charset="-12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BF31997-0EB7-9B29-5E24-3D62FFE32647}"/>
              </a:ext>
            </a:extLst>
          </p:cNvPr>
          <p:cNvSpPr txBox="1"/>
          <p:nvPr/>
        </p:nvSpPr>
        <p:spPr>
          <a:xfrm>
            <a:off x="8880460" y="3774675"/>
            <a:ext cx="600683" cy="5232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2800" b="1" dirty="0">
                <a:latin typeface="Tw Cen MT" panose="020B0602020104020603" pitchFamily="34" charset="0"/>
                <a:ea typeface="微軟正黑體" panose="020B0604030504040204" pitchFamily="34" charset="-120"/>
              </a:rPr>
              <a:t>15</a:t>
            </a:r>
            <a:endParaRPr lang="en-GB" sz="2800" b="1" dirty="0">
              <a:latin typeface="Tw Cen MT" panose="020B0602020104020603" pitchFamily="34" charset="0"/>
              <a:ea typeface="微軟正黑體" panose="020B0604030504040204" pitchFamily="34" charset="-12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489901B-1329-E391-E2D5-D52FF18ED629}"/>
              </a:ext>
            </a:extLst>
          </p:cNvPr>
          <p:cNvSpPr txBox="1"/>
          <p:nvPr/>
        </p:nvSpPr>
        <p:spPr>
          <a:xfrm>
            <a:off x="9718833" y="3801180"/>
            <a:ext cx="1182585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altLang="zh-TW" b="1" dirty="0">
                <a:latin typeface="Consolas" panose="020B0609020204030204" pitchFamily="49" charset="0"/>
                <a:ea typeface="微軟正黑體" panose="020B0604030504040204" pitchFamily="34" charset="-120"/>
              </a:rPr>
              <a:t>sort()</a:t>
            </a:r>
            <a:endParaRPr lang="en-GB" b="1" dirty="0">
              <a:latin typeface="Consolas" panose="020B0609020204030204" pitchFamily="49" charset="0"/>
              <a:ea typeface="微軟正黑體" panose="020B0604030504040204" pitchFamily="34" charset="-12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0C17F8A-88D4-98F0-E8BA-4F8F874273EC}"/>
              </a:ext>
            </a:extLst>
          </p:cNvPr>
          <p:cNvSpPr txBox="1"/>
          <p:nvPr/>
        </p:nvSpPr>
        <p:spPr>
          <a:xfrm>
            <a:off x="2182966" y="1656999"/>
            <a:ext cx="3769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600" b="1" dirty="0">
                <a:latin typeface="Tw Cen MT" panose="020B0602020104020603" pitchFamily="34" charset="0"/>
                <a:ea typeface="微軟正黑體" panose="020B0604030504040204" pitchFamily="34" charset="-120"/>
              </a:rPr>
              <a:t>(1)</a:t>
            </a:r>
            <a:endParaRPr lang="en-GB" sz="1600" b="1" dirty="0">
              <a:latin typeface="Tw Cen MT" panose="020B0602020104020603" pitchFamily="34" charset="0"/>
              <a:ea typeface="微軟正黑體" panose="020B0604030504040204" pitchFamily="34" charset="-12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231B0A7-32CE-8ADC-6D7C-1C9D31D03518}"/>
              </a:ext>
            </a:extLst>
          </p:cNvPr>
          <p:cNvSpPr txBox="1"/>
          <p:nvPr/>
        </p:nvSpPr>
        <p:spPr>
          <a:xfrm>
            <a:off x="3155731" y="1656999"/>
            <a:ext cx="3769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600" b="1" dirty="0">
                <a:latin typeface="Tw Cen MT" panose="020B0602020104020603" pitchFamily="34" charset="0"/>
                <a:ea typeface="微軟正黑體" panose="020B0604030504040204" pitchFamily="34" charset="-120"/>
              </a:rPr>
              <a:t>(2)</a:t>
            </a:r>
            <a:endParaRPr lang="en-GB" sz="1600" b="1" dirty="0">
              <a:latin typeface="Tw Cen MT" panose="020B0602020104020603" pitchFamily="34" charset="0"/>
              <a:ea typeface="微軟正黑體" panose="020B0604030504040204" pitchFamily="34" charset="-12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3C8B1AA-7D7E-C4D1-ED44-680D0169C595}"/>
              </a:ext>
            </a:extLst>
          </p:cNvPr>
          <p:cNvSpPr txBox="1"/>
          <p:nvPr/>
        </p:nvSpPr>
        <p:spPr>
          <a:xfrm>
            <a:off x="4128496" y="1656999"/>
            <a:ext cx="3769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600" b="1" dirty="0">
                <a:latin typeface="Tw Cen MT" panose="020B0602020104020603" pitchFamily="34" charset="0"/>
                <a:ea typeface="微軟正黑體" panose="020B0604030504040204" pitchFamily="34" charset="-120"/>
              </a:rPr>
              <a:t>(3)</a:t>
            </a:r>
            <a:endParaRPr lang="en-GB" sz="1600" b="1" dirty="0">
              <a:latin typeface="Tw Cen MT" panose="020B0602020104020603" pitchFamily="34" charset="0"/>
              <a:ea typeface="微軟正黑體" panose="020B0604030504040204" pitchFamily="34" charset="-12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1F5C6B8-8109-9F1F-4C46-84FE229B4FE4}"/>
              </a:ext>
            </a:extLst>
          </p:cNvPr>
          <p:cNvSpPr txBox="1"/>
          <p:nvPr/>
        </p:nvSpPr>
        <p:spPr>
          <a:xfrm>
            <a:off x="5101261" y="1656999"/>
            <a:ext cx="3769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600" b="1" dirty="0">
                <a:latin typeface="Tw Cen MT" panose="020B0602020104020603" pitchFamily="34" charset="0"/>
                <a:ea typeface="微軟正黑體" panose="020B0604030504040204" pitchFamily="34" charset="-120"/>
              </a:rPr>
              <a:t>(4)</a:t>
            </a:r>
            <a:endParaRPr lang="en-GB" sz="1600" b="1" dirty="0">
              <a:latin typeface="Tw Cen MT" panose="020B0602020104020603" pitchFamily="34" charset="0"/>
              <a:ea typeface="微軟正黑體" panose="020B0604030504040204" pitchFamily="34" charset="-12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48C1704-FFC6-2C7E-1A12-2196EA59C394}"/>
              </a:ext>
            </a:extLst>
          </p:cNvPr>
          <p:cNvSpPr txBox="1"/>
          <p:nvPr/>
        </p:nvSpPr>
        <p:spPr>
          <a:xfrm>
            <a:off x="6074026" y="1656999"/>
            <a:ext cx="3769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600" b="1" dirty="0">
                <a:latin typeface="Tw Cen MT" panose="020B0602020104020603" pitchFamily="34" charset="0"/>
                <a:ea typeface="微軟正黑體" panose="020B0604030504040204" pitchFamily="34" charset="-120"/>
              </a:rPr>
              <a:t>(5)</a:t>
            </a:r>
            <a:endParaRPr lang="en-GB" sz="1600" b="1" dirty="0">
              <a:latin typeface="Tw Cen MT" panose="020B0602020104020603" pitchFamily="34" charset="0"/>
              <a:ea typeface="微軟正黑體" panose="020B0604030504040204" pitchFamily="34" charset="-12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1924337-39B6-3A0E-2D7D-FD576261F3FA}"/>
              </a:ext>
            </a:extLst>
          </p:cNvPr>
          <p:cNvSpPr txBox="1"/>
          <p:nvPr/>
        </p:nvSpPr>
        <p:spPr>
          <a:xfrm>
            <a:off x="7046791" y="1656999"/>
            <a:ext cx="3769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600" b="1" dirty="0">
                <a:latin typeface="Tw Cen MT" panose="020B0602020104020603" pitchFamily="34" charset="0"/>
                <a:ea typeface="微軟正黑體" panose="020B0604030504040204" pitchFamily="34" charset="-120"/>
              </a:rPr>
              <a:t>(6)</a:t>
            </a:r>
            <a:endParaRPr lang="en-GB" sz="1600" b="1" dirty="0">
              <a:latin typeface="Tw Cen MT" panose="020B0602020104020603" pitchFamily="34" charset="0"/>
              <a:ea typeface="微軟正黑體" panose="020B0604030504040204" pitchFamily="34" charset="-12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F798DD7-0505-CE28-ADEC-F2A4EA8514FB}"/>
              </a:ext>
            </a:extLst>
          </p:cNvPr>
          <p:cNvSpPr txBox="1"/>
          <p:nvPr/>
        </p:nvSpPr>
        <p:spPr>
          <a:xfrm>
            <a:off x="8019556" y="1656999"/>
            <a:ext cx="3769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600" b="1" dirty="0">
                <a:latin typeface="Tw Cen MT" panose="020B0602020104020603" pitchFamily="34" charset="0"/>
                <a:ea typeface="微軟正黑體" panose="020B0604030504040204" pitchFamily="34" charset="-120"/>
              </a:rPr>
              <a:t>(7)</a:t>
            </a:r>
            <a:endParaRPr lang="en-GB" sz="1600" b="1" dirty="0">
              <a:latin typeface="Tw Cen MT" panose="020B0602020104020603" pitchFamily="34" charset="0"/>
              <a:ea typeface="微軟正黑體" panose="020B0604030504040204" pitchFamily="34" charset="-12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7B38C81-16E0-A059-1066-D4DBBB7FF56D}"/>
              </a:ext>
            </a:extLst>
          </p:cNvPr>
          <p:cNvSpPr txBox="1"/>
          <p:nvPr/>
        </p:nvSpPr>
        <p:spPr>
          <a:xfrm>
            <a:off x="8992321" y="1656999"/>
            <a:ext cx="3769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600" b="1" dirty="0">
                <a:latin typeface="Tw Cen MT" panose="020B0602020104020603" pitchFamily="34" charset="0"/>
                <a:ea typeface="微軟正黑體" panose="020B0604030504040204" pitchFamily="34" charset="-120"/>
              </a:rPr>
              <a:t>(8)</a:t>
            </a:r>
            <a:endParaRPr lang="en-GB" sz="1600" b="1" dirty="0">
              <a:latin typeface="Tw Cen MT" panose="020B0602020104020603" pitchFamily="34" charset="0"/>
              <a:ea typeface="微軟正黑體" panose="020B0604030504040204" pitchFamily="34" charset="-120"/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CCF63A1-D68E-14CB-B079-47EA5BF7F251}"/>
              </a:ext>
            </a:extLst>
          </p:cNvPr>
          <p:cNvCxnSpPr>
            <a:cxnSpLocks/>
            <a:stCxn id="8" idx="2"/>
            <a:endCxn id="22" idx="0"/>
          </p:cNvCxnSpPr>
          <p:nvPr/>
        </p:nvCxnSpPr>
        <p:spPr>
          <a:xfrm>
            <a:off x="2371441" y="2488551"/>
            <a:ext cx="1945532" cy="1286124"/>
          </a:xfrm>
          <a:prstGeom prst="straightConnector1">
            <a:avLst/>
          </a:prstGeom>
          <a:ln w="127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B03FCE3-00D3-D46D-2467-446DD89ADD60}"/>
              </a:ext>
            </a:extLst>
          </p:cNvPr>
          <p:cNvCxnSpPr>
            <a:cxnSpLocks/>
            <a:stCxn id="11" idx="2"/>
            <a:endCxn id="25" idx="0"/>
          </p:cNvCxnSpPr>
          <p:nvPr/>
        </p:nvCxnSpPr>
        <p:spPr>
          <a:xfrm>
            <a:off x="3344207" y="2488551"/>
            <a:ext cx="3891064" cy="1286124"/>
          </a:xfrm>
          <a:prstGeom prst="straightConnector1">
            <a:avLst/>
          </a:prstGeom>
          <a:ln w="127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CEA9E06-8156-47C6-C4E1-0F760A335923}"/>
              </a:ext>
            </a:extLst>
          </p:cNvPr>
          <p:cNvCxnSpPr>
            <a:cxnSpLocks/>
            <a:stCxn id="12" idx="2"/>
            <a:endCxn id="21" idx="0"/>
          </p:cNvCxnSpPr>
          <p:nvPr/>
        </p:nvCxnSpPr>
        <p:spPr>
          <a:xfrm flipH="1">
            <a:off x="3344206" y="2488551"/>
            <a:ext cx="972767" cy="1286124"/>
          </a:xfrm>
          <a:prstGeom prst="straightConnector1">
            <a:avLst/>
          </a:prstGeom>
          <a:ln w="127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BD79D26-2337-42EF-0CB1-62A28903CD92}"/>
              </a:ext>
            </a:extLst>
          </p:cNvPr>
          <p:cNvCxnSpPr>
            <a:cxnSpLocks/>
            <a:stCxn id="14" idx="2"/>
            <a:endCxn id="27" idx="0"/>
          </p:cNvCxnSpPr>
          <p:nvPr/>
        </p:nvCxnSpPr>
        <p:spPr>
          <a:xfrm>
            <a:off x="5289739" y="2488551"/>
            <a:ext cx="3891063" cy="1286124"/>
          </a:xfrm>
          <a:prstGeom prst="straightConnector1">
            <a:avLst/>
          </a:prstGeom>
          <a:ln w="127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A96D0DF3-F4E2-60BC-2445-6DED18488FCB}"/>
              </a:ext>
            </a:extLst>
          </p:cNvPr>
          <p:cNvCxnSpPr>
            <a:cxnSpLocks/>
            <a:stCxn id="15" idx="2"/>
            <a:endCxn id="23" idx="0"/>
          </p:cNvCxnSpPr>
          <p:nvPr/>
        </p:nvCxnSpPr>
        <p:spPr>
          <a:xfrm flipH="1">
            <a:off x="5289738" y="2488551"/>
            <a:ext cx="972767" cy="1286124"/>
          </a:xfrm>
          <a:prstGeom prst="straightConnector1">
            <a:avLst/>
          </a:prstGeom>
          <a:ln w="127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03B204E-2E00-FF48-3A46-E779A6F25AF4}"/>
              </a:ext>
            </a:extLst>
          </p:cNvPr>
          <p:cNvCxnSpPr>
            <a:cxnSpLocks/>
            <a:stCxn id="16" idx="2"/>
            <a:endCxn id="19" idx="0"/>
          </p:cNvCxnSpPr>
          <p:nvPr/>
        </p:nvCxnSpPr>
        <p:spPr>
          <a:xfrm flipH="1">
            <a:off x="2371441" y="2488551"/>
            <a:ext cx="4863830" cy="1286124"/>
          </a:xfrm>
          <a:prstGeom prst="straightConnector1">
            <a:avLst/>
          </a:prstGeom>
          <a:ln w="127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DCFCA6EC-6009-5262-FB06-037C7CCF5D17}"/>
              </a:ext>
            </a:extLst>
          </p:cNvPr>
          <p:cNvCxnSpPr>
            <a:cxnSpLocks/>
            <a:stCxn id="17" idx="2"/>
            <a:endCxn id="24" idx="0"/>
          </p:cNvCxnSpPr>
          <p:nvPr/>
        </p:nvCxnSpPr>
        <p:spPr>
          <a:xfrm flipH="1">
            <a:off x="6262503" y="2488551"/>
            <a:ext cx="1945534" cy="1286124"/>
          </a:xfrm>
          <a:prstGeom prst="straightConnector1">
            <a:avLst/>
          </a:prstGeom>
          <a:ln w="127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BB8C3A61-40BF-52A9-F43A-D15E44850FDD}"/>
              </a:ext>
            </a:extLst>
          </p:cNvPr>
          <p:cNvCxnSpPr>
            <a:cxnSpLocks/>
            <a:stCxn id="18" idx="2"/>
            <a:endCxn id="26" idx="0"/>
          </p:cNvCxnSpPr>
          <p:nvPr/>
        </p:nvCxnSpPr>
        <p:spPr>
          <a:xfrm flipH="1">
            <a:off x="8208037" y="2488551"/>
            <a:ext cx="972766" cy="1286124"/>
          </a:xfrm>
          <a:prstGeom prst="straightConnector1">
            <a:avLst/>
          </a:prstGeom>
          <a:ln w="127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12A5FF6D-D89E-8D61-1B56-9906E81808DD}"/>
              </a:ext>
            </a:extLst>
          </p:cNvPr>
          <p:cNvSpPr txBox="1"/>
          <p:nvPr/>
        </p:nvSpPr>
        <p:spPr>
          <a:xfrm>
            <a:off x="9718833" y="4214483"/>
            <a:ext cx="1182585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altLang="zh-TW" b="1" dirty="0">
                <a:latin typeface="Consolas" panose="020B0609020204030204" pitchFamily="49" charset="0"/>
                <a:ea typeface="微軟正黑體" panose="020B0604030504040204" pitchFamily="34" charset="-120"/>
              </a:rPr>
              <a:t>order()</a:t>
            </a:r>
            <a:endParaRPr lang="en-GB" b="1" dirty="0">
              <a:latin typeface="Consolas" panose="020B0609020204030204" pitchFamily="49" charset="0"/>
              <a:ea typeface="微軟正黑體" panose="020B0604030504040204" pitchFamily="34" charset="-12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AFEB5E9-2853-77A6-8BD5-72DB54C3AD75}"/>
              </a:ext>
            </a:extLst>
          </p:cNvPr>
          <p:cNvSpPr txBox="1"/>
          <p:nvPr/>
        </p:nvSpPr>
        <p:spPr>
          <a:xfrm>
            <a:off x="2182966" y="4236895"/>
            <a:ext cx="3769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600" b="1" dirty="0">
                <a:latin typeface="Tw Cen MT" panose="020B0602020104020603" pitchFamily="34" charset="0"/>
                <a:ea typeface="微軟正黑體" panose="020B0604030504040204" pitchFamily="34" charset="-120"/>
              </a:rPr>
              <a:t>(6)</a:t>
            </a:r>
            <a:endParaRPr lang="en-GB" sz="1600" b="1" dirty="0">
              <a:latin typeface="Tw Cen MT" panose="020B0602020104020603" pitchFamily="34" charset="0"/>
              <a:ea typeface="微軟正黑體" panose="020B0604030504040204" pitchFamily="34" charset="-12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3FF6909-C614-20B7-DC6E-64471357FFCB}"/>
              </a:ext>
            </a:extLst>
          </p:cNvPr>
          <p:cNvSpPr txBox="1"/>
          <p:nvPr/>
        </p:nvSpPr>
        <p:spPr>
          <a:xfrm>
            <a:off x="3155731" y="4236895"/>
            <a:ext cx="3769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600" b="1" dirty="0">
                <a:latin typeface="Tw Cen MT" panose="020B0602020104020603" pitchFamily="34" charset="0"/>
                <a:ea typeface="微軟正黑體" panose="020B0604030504040204" pitchFamily="34" charset="-120"/>
              </a:rPr>
              <a:t>(3)</a:t>
            </a:r>
            <a:endParaRPr lang="en-GB" sz="1600" b="1" dirty="0">
              <a:latin typeface="Tw Cen MT" panose="020B0602020104020603" pitchFamily="34" charset="0"/>
              <a:ea typeface="微軟正黑體" panose="020B0604030504040204" pitchFamily="34" charset="-12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8136667-6900-F943-7EE7-1D5378F0D350}"/>
              </a:ext>
            </a:extLst>
          </p:cNvPr>
          <p:cNvSpPr txBox="1"/>
          <p:nvPr/>
        </p:nvSpPr>
        <p:spPr>
          <a:xfrm>
            <a:off x="4128496" y="4236895"/>
            <a:ext cx="3769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600" b="1" dirty="0">
                <a:latin typeface="Tw Cen MT" panose="020B0602020104020603" pitchFamily="34" charset="0"/>
                <a:ea typeface="微軟正黑體" panose="020B0604030504040204" pitchFamily="34" charset="-120"/>
              </a:rPr>
              <a:t>(1)</a:t>
            </a:r>
            <a:endParaRPr lang="en-GB" sz="1600" b="1" dirty="0">
              <a:latin typeface="Tw Cen MT" panose="020B0602020104020603" pitchFamily="34" charset="0"/>
              <a:ea typeface="微軟正黑體" panose="020B0604030504040204" pitchFamily="34" charset="-12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3B6F82B-8668-0076-B476-822C03115913}"/>
              </a:ext>
            </a:extLst>
          </p:cNvPr>
          <p:cNvSpPr txBox="1"/>
          <p:nvPr/>
        </p:nvSpPr>
        <p:spPr>
          <a:xfrm>
            <a:off x="5101261" y="4236895"/>
            <a:ext cx="3769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600" b="1" dirty="0">
                <a:latin typeface="Tw Cen MT" panose="020B0602020104020603" pitchFamily="34" charset="0"/>
                <a:ea typeface="微軟正黑體" panose="020B0604030504040204" pitchFamily="34" charset="-120"/>
              </a:rPr>
              <a:t>(5)</a:t>
            </a:r>
            <a:endParaRPr lang="en-GB" sz="1600" b="1" dirty="0">
              <a:latin typeface="Tw Cen MT" panose="020B0602020104020603" pitchFamily="34" charset="0"/>
              <a:ea typeface="微軟正黑體" panose="020B0604030504040204" pitchFamily="34" charset="-12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FD32FCD-3AD8-D6A9-19D7-E2F91B9D78FC}"/>
              </a:ext>
            </a:extLst>
          </p:cNvPr>
          <p:cNvSpPr txBox="1"/>
          <p:nvPr/>
        </p:nvSpPr>
        <p:spPr>
          <a:xfrm>
            <a:off x="6074026" y="4236895"/>
            <a:ext cx="3769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600" b="1" dirty="0">
                <a:latin typeface="Tw Cen MT" panose="020B0602020104020603" pitchFamily="34" charset="0"/>
                <a:ea typeface="微軟正黑體" panose="020B0604030504040204" pitchFamily="34" charset="-120"/>
              </a:rPr>
              <a:t>(7)</a:t>
            </a:r>
            <a:endParaRPr lang="en-GB" sz="1600" b="1" dirty="0">
              <a:latin typeface="Tw Cen MT" panose="020B0602020104020603" pitchFamily="34" charset="0"/>
              <a:ea typeface="微軟正黑體" panose="020B0604030504040204" pitchFamily="34" charset="-12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7A73AEC-7582-6B89-EAA5-6150AA7DA56F}"/>
              </a:ext>
            </a:extLst>
          </p:cNvPr>
          <p:cNvSpPr txBox="1"/>
          <p:nvPr/>
        </p:nvSpPr>
        <p:spPr>
          <a:xfrm>
            <a:off x="7046791" y="4236895"/>
            <a:ext cx="3769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600" b="1" dirty="0">
                <a:latin typeface="Tw Cen MT" panose="020B0602020104020603" pitchFamily="34" charset="0"/>
                <a:ea typeface="微軟正黑體" panose="020B0604030504040204" pitchFamily="34" charset="-120"/>
              </a:rPr>
              <a:t>(2)</a:t>
            </a:r>
            <a:endParaRPr lang="en-GB" sz="1600" b="1" dirty="0">
              <a:latin typeface="Tw Cen MT" panose="020B0602020104020603" pitchFamily="34" charset="0"/>
              <a:ea typeface="微軟正黑體" panose="020B0604030504040204" pitchFamily="34" charset="-12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642444C-D59A-E846-2623-6C394B2DA432}"/>
              </a:ext>
            </a:extLst>
          </p:cNvPr>
          <p:cNvSpPr txBox="1"/>
          <p:nvPr/>
        </p:nvSpPr>
        <p:spPr>
          <a:xfrm>
            <a:off x="8019556" y="4236895"/>
            <a:ext cx="3769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600" b="1" dirty="0">
                <a:latin typeface="Tw Cen MT" panose="020B0602020104020603" pitchFamily="34" charset="0"/>
                <a:ea typeface="微軟正黑體" panose="020B0604030504040204" pitchFamily="34" charset="-120"/>
              </a:rPr>
              <a:t>(8)</a:t>
            </a:r>
            <a:endParaRPr lang="en-GB" sz="1600" b="1" dirty="0">
              <a:latin typeface="Tw Cen MT" panose="020B0602020104020603" pitchFamily="34" charset="0"/>
              <a:ea typeface="微軟正黑體" panose="020B0604030504040204" pitchFamily="34" charset="-12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E8CF20E-D1D8-EAFB-488B-DF1390FD532B}"/>
              </a:ext>
            </a:extLst>
          </p:cNvPr>
          <p:cNvSpPr txBox="1"/>
          <p:nvPr/>
        </p:nvSpPr>
        <p:spPr>
          <a:xfrm>
            <a:off x="8992321" y="4236895"/>
            <a:ext cx="3769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600" b="1" dirty="0">
                <a:latin typeface="Tw Cen MT" panose="020B0602020104020603" pitchFamily="34" charset="0"/>
                <a:ea typeface="微軟正黑體" panose="020B0604030504040204" pitchFamily="34" charset="-120"/>
              </a:rPr>
              <a:t>(4)</a:t>
            </a:r>
            <a:endParaRPr lang="en-GB" sz="1600" b="1" dirty="0">
              <a:latin typeface="Tw Cen MT" panose="020B0602020104020603" pitchFamily="34" charset="0"/>
              <a:ea typeface="微軟正黑體" panose="020B0604030504040204" pitchFamily="34" charset="-12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672AF1A-3A70-6BE5-3864-7FB53AF5ED0F}"/>
              </a:ext>
            </a:extLst>
          </p:cNvPr>
          <p:cNvSpPr txBox="1"/>
          <p:nvPr/>
        </p:nvSpPr>
        <p:spPr>
          <a:xfrm>
            <a:off x="2182966" y="981635"/>
            <a:ext cx="3774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400" b="1" dirty="0">
                <a:solidFill>
                  <a:schemeClr val="accent6">
                    <a:lumMod val="75000"/>
                  </a:schemeClr>
                </a:solidFill>
                <a:latin typeface="Tw Cen MT" panose="020B0602020104020603" pitchFamily="34" charset="0"/>
                <a:ea typeface="微軟正黑體" panose="020B0604030504040204" pitchFamily="34" charset="-120"/>
              </a:rPr>
              <a:t>3</a:t>
            </a:r>
            <a:endParaRPr lang="en-GB" b="1" dirty="0">
              <a:solidFill>
                <a:schemeClr val="accent6">
                  <a:lumMod val="75000"/>
                </a:schemeClr>
              </a:solidFill>
              <a:latin typeface="Tw Cen MT" panose="020B0602020104020603" pitchFamily="34" charset="0"/>
              <a:ea typeface="微軟正黑體" panose="020B0604030504040204" pitchFamily="34" charset="-12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7D1597C-50BF-35B9-0326-415582335219}"/>
              </a:ext>
            </a:extLst>
          </p:cNvPr>
          <p:cNvSpPr txBox="1"/>
          <p:nvPr/>
        </p:nvSpPr>
        <p:spPr>
          <a:xfrm>
            <a:off x="3155208" y="981635"/>
            <a:ext cx="3774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400" b="1" dirty="0">
                <a:solidFill>
                  <a:schemeClr val="accent6">
                    <a:lumMod val="75000"/>
                  </a:schemeClr>
                </a:solidFill>
                <a:latin typeface="Tw Cen MT" panose="020B0602020104020603" pitchFamily="34" charset="0"/>
                <a:ea typeface="微軟正黑體" panose="020B0604030504040204" pitchFamily="34" charset="-120"/>
              </a:rPr>
              <a:t>6</a:t>
            </a:r>
            <a:endParaRPr lang="en-GB" b="1" dirty="0">
              <a:solidFill>
                <a:schemeClr val="accent6">
                  <a:lumMod val="75000"/>
                </a:schemeClr>
              </a:solidFill>
              <a:latin typeface="Tw Cen MT" panose="020B0602020104020603" pitchFamily="34" charset="0"/>
              <a:ea typeface="微軟正黑體" panose="020B0604030504040204" pitchFamily="34" charset="-12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57737B4-3BED-2E52-6BE3-F1F310437213}"/>
              </a:ext>
            </a:extLst>
          </p:cNvPr>
          <p:cNvSpPr txBox="1"/>
          <p:nvPr/>
        </p:nvSpPr>
        <p:spPr>
          <a:xfrm>
            <a:off x="4127450" y="981635"/>
            <a:ext cx="3774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TW"/>
            </a:defPPr>
            <a:lvl1pPr algn="ctr">
              <a:defRPr sz="2000" b="1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GB" sz="2400" dirty="0">
                <a:latin typeface="Tw Cen MT" panose="020B0602020104020603" pitchFamily="34" charset="0"/>
              </a:rPr>
              <a:t>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2FCF5F3-D4B2-A7DB-077C-3B6971EDD4F3}"/>
              </a:ext>
            </a:extLst>
          </p:cNvPr>
          <p:cNvSpPr txBox="1"/>
          <p:nvPr/>
        </p:nvSpPr>
        <p:spPr>
          <a:xfrm>
            <a:off x="5099692" y="981635"/>
            <a:ext cx="3774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400" b="1" dirty="0">
                <a:solidFill>
                  <a:schemeClr val="accent6">
                    <a:lumMod val="75000"/>
                  </a:schemeClr>
                </a:solidFill>
                <a:latin typeface="Tw Cen MT" panose="020B0602020104020603" pitchFamily="34" charset="0"/>
                <a:ea typeface="微軟正黑體" panose="020B0604030504040204" pitchFamily="34" charset="-120"/>
              </a:rPr>
              <a:t>8</a:t>
            </a:r>
            <a:endParaRPr lang="en-GB" b="1" dirty="0">
              <a:solidFill>
                <a:schemeClr val="accent6">
                  <a:lumMod val="75000"/>
                </a:schemeClr>
              </a:solidFill>
              <a:latin typeface="Tw Cen MT" panose="020B0602020104020603" pitchFamily="34" charset="0"/>
              <a:ea typeface="微軟正黑體" panose="020B0604030504040204" pitchFamily="34" charset="-12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5067232-4FD5-6109-48A8-93DA8B0905FA}"/>
              </a:ext>
            </a:extLst>
          </p:cNvPr>
          <p:cNvSpPr txBox="1"/>
          <p:nvPr/>
        </p:nvSpPr>
        <p:spPr>
          <a:xfrm>
            <a:off x="6071934" y="981635"/>
            <a:ext cx="3774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Tw Cen MT" panose="020B0602020104020603" pitchFamily="34" charset="0"/>
                <a:ea typeface="微軟正黑體" panose="020B0604030504040204" pitchFamily="34" charset="-120"/>
              </a:rPr>
              <a:t>4</a:t>
            </a:r>
            <a:endParaRPr lang="en-GB" b="1" dirty="0">
              <a:solidFill>
                <a:schemeClr val="accent6">
                  <a:lumMod val="75000"/>
                </a:schemeClr>
              </a:solidFill>
              <a:latin typeface="Tw Cen MT" panose="020B0602020104020603" pitchFamily="34" charset="0"/>
              <a:ea typeface="微軟正黑體" panose="020B0604030504040204" pitchFamily="34" charset="-12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D3DCAF1-8498-2B1B-40D7-F5BBFE1C751B}"/>
              </a:ext>
            </a:extLst>
          </p:cNvPr>
          <p:cNvSpPr txBox="1"/>
          <p:nvPr/>
        </p:nvSpPr>
        <p:spPr>
          <a:xfrm>
            <a:off x="7044176" y="981635"/>
            <a:ext cx="3774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400" b="1" dirty="0">
                <a:solidFill>
                  <a:schemeClr val="accent6">
                    <a:lumMod val="75000"/>
                  </a:schemeClr>
                </a:solidFill>
                <a:latin typeface="Tw Cen MT" panose="020B0602020104020603" pitchFamily="34" charset="0"/>
                <a:ea typeface="微軟正黑體" panose="020B0604030504040204" pitchFamily="34" charset="-120"/>
              </a:rPr>
              <a:t>1</a:t>
            </a:r>
            <a:endParaRPr lang="en-GB" b="1" dirty="0">
              <a:solidFill>
                <a:schemeClr val="accent6">
                  <a:lumMod val="75000"/>
                </a:schemeClr>
              </a:solidFill>
              <a:latin typeface="Tw Cen MT" panose="020B0602020104020603" pitchFamily="34" charset="0"/>
              <a:ea typeface="微軟正黑體" panose="020B0604030504040204" pitchFamily="34" charset="-12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22F31F7-D945-DACD-6895-38752CD9FB0C}"/>
              </a:ext>
            </a:extLst>
          </p:cNvPr>
          <p:cNvSpPr txBox="1"/>
          <p:nvPr/>
        </p:nvSpPr>
        <p:spPr>
          <a:xfrm>
            <a:off x="8016418" y="981635"/>
            <a:ext cx="3774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TW"/>
            </a:defPPr>
            <a:lvl1pPr algn="ctr">
              <a:defRPr sz="2000" b="1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GB" sz="2400" dirty="0">
                <a:latin typeface="Tw Cen MT" panose="020B0602020104020603" pitchFamily="34" charset="0"/>
              </a:rPr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29B6400-EC38-A405-7294-7540446EF050}"/>
              </a:ext>
            </a:extLst>
          </p:cNvPr>
          <p:cNvSpPr txBox="1"/>
          <p:nvPr/>
        </p:nvSpPr>
        <p:spPr>
          <a:xfrm>
            <a:off x="8988660" y="981635"/>
            <a:ext cx="3774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400" b="1" dirty="0">
                <a:solidFill>
                  <a:schemeClr val="accent6">
                    <a:lumMod val="75000"/>
                  </a:schemeClr>
                </a:solidFill>
                <a:latin typeface="Tw Cen MT" panose="020B0602020104020603" pitchFamily="34" charset="0"/>
                <a:ea typeface="微軟正黑體" panose="020B0604030504040204" pitchFamily="34" charset="-120"/>
              </a:rPr>
              <a:t>7</a:t>
            </a:r>
            <a:endParaRPr lang="en-GB" b="1" dirty="0">
              <a:solidFill>
                <a:schemeClr val="accent6">
                  <a:lumMod val="75000"/>
                </a:schemeClr>
              </a:solidFill>
              <a:latin typeface="Tw Cen MT" panose="020B0602020104020603" pitchFamily="34" charset="0"/>
              <a:ea typeface="微軟正黑體" panose="020B0604030504040204" pitchFamily="34" charset="-12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9E25D2A-AB77-3A41-D1F8-F66E2F984EBD}"/>
              </a:ext>
            </a:extLst>
          </p:cNvPr>
          <p:cNvSpPr txBox="1"/>
          <p:nvPr/>
        </p:nvSpPr>
        <p:spPr>
          <a:xfrm>
            <a:off x="6559629" y="1339261"/>
            <a:ext cx="10787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600" b="1" dirty="0">
                <a:solidFill>
                  <a:schemeClr val="accent6">
                    <a:lumMod val="75000"/>
                  </a:schemeClr>
                </a:solidFill>
                <a:latin typeface="Tw Cen MT" panose="020B0602020104020603" pitchFamily="34" charset="0"/>
                <a:ea typeface="微軟正黑體" panose="020B0604030504040204" pitchFamily="34" charset="-120"/>
              </a:rPr>
              <a:t>minimum</a:t>
            </a:r>
            <a:endParaRPr lang="en-GB" sz="1200" b="1" dirty="0">
              <a:solidFill>
                <a:schemeClr val="accent6">
                  <a:lumMod val="75000"/>
                </a:schemeClr>
              </a:solidFill>
              <a:latin typeface="Tw Cen MT" panose="020B0602020104020603" pitchFamily="34" charset="0"/>
              <a:ea typeface="微軟正黑體" panose="020B0604030504040204" pitchFamily="34" charset="-120"/>
            </a:endParaRPr>
          </a:p>
        </p:txBody>
      </p:sp>
      <p:sp>
        <p:nvSpPr>
          <p:cNvPr id="88" name="Freeform: Shape 87">
            <a:extLst>
              <a:ext uri="{FF2B5EF4-FFF2-40B4-BE49-F238E27FC236}">
                <a16:creationId xmlns:a16="http://schemas.microsoft.com/office/drawing/2014/main" id="{B875D2D8-CC97-2EE0-AEF9-248772B4047E}"/>
              </a:ext>
            </a:extLst>
          </p:cNvPr>
          <p:cNvSpPr/>
          <p:nvPr/>
        </p:nvSpPr>
        <p:spPr>
          <a:xfrm>
            <a:off x="7540339" y="1556016"/>
            <a:ext cx="196082" cy="717016"/>
          </a:xfrm>
          <a:custGeom>
            <a:avLst/>
            <a:gdLst>
              <a:gd name="connsiteX0" fmla="*/ 0 w 433470"/>
              <a:gd name="connsiteY0" fmla="*/ 0 h 491613"/>
              <a:gd name="connsiteX1" fmla="*/ 432619 w 433470"/>
              <a:gd name="connsiteY1" fmla="*/ 265471 h 491613"/>
              <a:gd name="connsiteX2" fmla="*/ 88490 w 433470"/>
              <a:gd name="connsiteY2" fmla="*/ 491613 h 491613"/>
              <a:gd name="connsiteX0" fmla="*/ 13753 w 446928"/>
              <a:gd name="connsiteY0" fmla="*/ 0 h 506413"/>
              <a:gd name="connsiteX1" fmla="*/ 446372 w 446928"/>
              <a:gd name="connsiteY1" fmla="*/ 265471 h 506413"/>
              <a:gd name="connsiteX2" fmla="*/ 0 w 446928"/>
              <a:gd name="connsiteY2" fmla="*/ 506413 h 506413"/>
              <a:gd name="connsiteX0" fmla="*/ 13753 w 447000"/>
              <a:gd name="connsiteY0" fmla="*/ 0 h 506413"/>
              <a:gd name="connsiteX1" fmla="*/ 446372 w 447000"/>
              <a:gd name="connsiteY1" fmla="*/ 265471 h 506413"/>
              <a:gd name="connsiteX2" fmla="*/ 0 w 447000"/>
              <a:gd name="connsiteY2" fmla="*/ 506413 h 506413"/>
              <a:gd name="connsiteX0" fmla="*/ 13753 w 451249"/>
              <a:gd name="connsiteY0" fmla="*/ 0 h 506413"/>
              <a:gd name="connsiteX1" fmla="*/ 450632 w 451249"/>
              <a:gd name="connsiteY1" fmla="*/ 281617 h 506413"/>
              <a:gd name="connsiteX2" fmla="*/ 0 w 451249"/>
              <a:gd name="connsiteY2" fmla="*/ 506413 h 506413"/>
              <a:gd name="connsiteX0" fmla="*/ 13753 w 438500"/>
              <a:gd name="connsiteY0" fmla="*/ 0 h 506413"/>
              <a:gd name="connsiteX1" fmla="*/ 437851 w 438500"/>
              <a:gd name="connsiteY1" fmla="*/ 243944 h 506413"/>
              <a:gd name="connsiteX2" fmla="*/ 0 w 438500"/>
              <a:gd name="connsiteY2" fmla="*/ 506413 h 506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8500" h="506413">
                <a:moveTo>
                  <a:pt x="13753" y="0"/>
                </a:moveTo>
                <a:cubicBezTo>
                  <a:pt x="222688" y="91768"/>
                  <a:pt x="423103" y="162009"/>
                  <a:pt x="437851" y="243944"/>
                </a:cubicBezTo>
                <a:cubicBezTo>
                  <a:pt x="452599" y="325879"/>
                  <a:pt x="213520" y="426236"/>
                  <a:pt x="0" y="506413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headEnd type="arrow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dirty="0">
              <a:latin typeface="Tw Cen MT" panose="020B0602020104020603" pitchFamily="34" charset="0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12E873F-EC23-A0D0-5A82-66DBF1E15212}"/>
              </a:ext>
            </a:extLst>
          </p:cNvPr>
          <p:cNvSpPr txBox="1"/>
          <p:nvPr/>
        </p:nvSpPr>
        <p:spPr>
          <a:xfrm>
            <a:off x="818536" y="1613483"/>
            <a:ext cx="119425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  <a:ea typeface="微軟正黑體" panose="020B0604030504040204" pitchFamily="34" charset="-120"/>
              </a:rPr>
              <a:t>Original seq.</a:t>
            </a:r>
            <a:endParaRPr lang="en-GB" sz="15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w Cen MT" panose="020B0602020104020603" pitchFamily="34" charset="0"/>
              <a:ea typeface="微軟正黑體" panose="020B0604030504040204" pitchFamily="34" charset="-120"/>
            </a:endParaRPr>
          </a:p>
        </p:txBody>
      </p:sp>
      <p:sp>
        <p:nvSpPr>
          <p:cNvPr id="96" name="Freeform: Shape 95">
            <a:extLst>
              <a:ext uri="{FF2B5EF4-FFF2-40B4-BE49-F238E27FC236}">
                <a16:creationId xmlns:a16="http://schemas.microsoft.com/office/drawing/2014/main" id="{71EE9E6D-2390-7B87-6AF1-44C2CD1CA356}"/>
              </a:ext>
            </a:extLst>
          </p:cNvPr>
          <p:cNvSpPr/>
          <p:nvPr/>
        </p:nvSpPr>
        <p:spPr>
          <a:xfrm>
            <a:off x="7302649" y="1149872"/>
            <a:ext cx="433772" cy="417940"/>
          </a:xfrm>
          <a:custGeom>
            <a:avLst/>
            <a:gdLst>
              <a:gd name="connsiteX0" fmla="*/ 0 w 433470"/>
              <a:gd name="connsiteY0" fmla="*/ 0 h 491613"/>
              <a:gd name="connsiteX1" fmla="*/ 432619 w 433470"/>
              <a:gd name="connsiteY1" fmla="*/ 265471 h 491613"/>
              <a:gd name="connsiteX2" fmla="*/ 88490 w 433470"/>
              <a:gd name="connsiteY2" fmla="*/ 491613 h 491613"/>
              <a:gd name="connsiteX0" fmla="*/ 13753 w 446928"/>
              <a:gd name="connsiteY0" fmla="*/ 0 h 506413"/>
              <a:gd name="connsiteX1" fmla="*/ 446372 w 446928"/>
              <a:gd name="connsiteY1" fmla="*/ 265471 h 506413"/>
              <a:gd name="connsiteX2" fmla="*/ 0 w 446928"/>
              <a:gd name="connsiteY2" fmla="*/ 506413 h 506413"/>
              <a:gd name="connsiteX0" fmla="*/ 13753 w 447000"/>
              <a:gd name="connsiteY0" fmla="*/ 0 h 506413"/>
              <a:gd name="connsiteX1" fmla="*/ 446372 w 447000"/>
              <a:gd name="connsiteY1" fmla="*/ 265471 h 506413"/>
              <a:gd name="connsiteX2" fmla="*/ 0 w 447000"/>
              <a:gd name="connsiteY2" fmla="*/ 506413 h 506413"/>
              <a:gd name="connsiteX0" fmla="*/ 13753 w 451249"/>
              <a:gd name="connsiteY0" fmla="*/ 0 h 506413"/>
              <a:gd name="connsiteX1" fmla="*/ 450632 w 451249"/>
              <a:gd name="connsiteY1" fmla="*/ 281617 h 506413"/>
              <a:gd name="connsiteX2" fmla="*/ 0 w 451249"/>
              <a:gd name="connsiteY2" fmla="*/ 506413 h 506413"/>
              <a:gd name="connsiteX0" fmla="*/ 13753 w 438500"/>
              <a:gd name="connsiteY0" fmla="*/ 0 h 506413"/>
              <a:gd name="connsiteX1" fmla="*/ 437851 w 438500"/>
              <a:gd name="connsiteY1" fmla="*/ 243944 h 506413"/>
              <a:gd name="connsiteX2" fmla="*/ 0 w 438500"/>
              <a:gd name="connsiteY2" fmla="*/ 506413 h 506413"/>
              <a:gd name="connsiteX0" fmla="*/ 0 w 970048"/>
              <a:gd name="connsiteY0" fmla="*/ 0 h 492932"/>
              <a:gd name="connsiteX1" fmla="*/ 969399 w 970048"/>
              <a:gd name="connsiteY1" fmla="*/ 230463 h 492932"/>
              <a:gd name="connsiteX2" fmla="*/ 531548 w 970048"/>
              <a:gd name="connsiteY2" fmla="*/ 492932 h 492932"/>
              <a:gd name="connsiteX0" fmla="*/ 0 w 970048"/>
              <a:gd name="connsiteY0" fmla="*/ 0 h 492932"/>
              <a:gd name="connsiteX1" fmla="*/ 969399 w 970048"/>
              <a:gd name="connsiteY1" fmla="*/ 230463 h 492932"/>
              <a:gd name="connsiteX2" fmla="*/ 531548 w 970048"/>
              <a:gd name="connsiteY2" fmla="*/ 492932 h 492932"/>
              <a:gd name="connsiteX0" fmla="*/ 0 w 970048"/>
              <a:gd name="connsiteY0" fmla="*/ 0 h 492932"/>
              <a:gd name="connsiteX1" fmla="*/ 969399 w 970048"/>
              <a:gd name="connsiteY1" fmla="*/ 230463 h 492932"/>
              <a:gd name="connsiteX2" fmla="*/ 531548 w 970048"/>
              <a:gd name="connsiteY2" fmla="*/ 492932 h 492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0048" h="492932">
                <a:moveTo>
                  <a:pt x="0" y="0"/>
                </a:moveTo>
                <a:cubicBezTo>
                  <a:pt x="698855" y="98509"/>
                  <a:pt x="954651" y="148528"/>
                  <a:pt x="969399" y="230463"/>
                </a:cubicBezTo>
                <a:cubicBezTo>
                  <a:pt x="984147" y="312398"/>
                  <a:pt x="745068" y="412755"/>
                  <a:pt x="531548" y="492932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headEnd type="arrow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dirty="0">
              <a:latin typeface="Tw Cen MT" panose="020B0602020104020603" pitchFamily="34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81546DD3-1427-3952-6534-07E5535F16EB}"/>
              </a:ext>
            </a:extLst>
          </p:cNvPr>
          <p:cNvSpPr txBox="1"/>
          <p:nvPr/>
        </p:nvSpPr>
        <p:spPr>
          <a:xfrm>
            <a:off x="4544515" y="1339261"/>
            <a:ext cx="11392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600" b="1" dirty="0">
                <a:solidFill>
                  <a:schemeClr val="accent6">
                    <a:lumMod val="75000"/>
                  </a:schemeClr>
                </a:solidFill>
                <a:latin typeface="Tw Cen MT" panose="020B0602020104020603" pitchFamily="34" charset="0"/>
                <a:ea typeface="微軟正黑體" panose="020B0604030504040204" pitchFamily="34" charset="-120"/>
              </a:rPr>
              <a:t>maximum</a:t>
            </a:r>
            <a:endParaRPr lang="en-GB" sz="1200" b="1" dirty="0">
              <a:solidFill>
                <a:schemeClr val="accent6">
                  <a:lumMod val="75000"/>
                </a:schemeClr>
              </a:solidFill>
              <a:latin typeface="Tw Cen MT" panose="020B0602020104020603" pitchFamily="34" charset="0"/>
              <a:ea typeface="微軟正黑體" panose="020B0604030504040204" pitchFamily="34" charset="-120"/>
            </a:endParaRPr>
          </a:p>
        </p:txBody>
      </p: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4F9901C1-5392-59FD-E045-EC8ABB6E0C88}"/>
              </a:ext>
            </a:extLst>
          </p:cNvPr>
          <p:cNvSpPr/>
          <p:nvPr/>
        </p:nvSpPr>
        <p:spPr>
          <a:xfrm>
            <a:off x="5590301" y="1556016"/>
            <a:ext cx="196082" cy="717016"/>
          </a:xfrm>
          <a:custGeom>
            <a:avLst/>
            <a:gdLst>
              <a:gd name="connsiteX0" fmla="*/ 0 w 433470"/>
              <a:gd name="connsiteY0" fmla="*/ 0 h 491613"/>
              <a:gd name="connsiteX1" fmla="*/ 432619 w 433470"/>
              <a:gd name="connsiteY1" fmla="*/ 265471 h 491613"/>
              <a:gd name="connsiteX2" fmla="*/ 88490 w 433470"/>
              <a:gd name="connsiteY2" fmla="*/ 491613 h 491613"/>
              <a:gd name="connsiteX0" fmla="*/ 13753 w 446928"/>
              <a:gd name="connsiteY0" fmla="*/ 0 h 506413"/>
              <a:gd name="connsiteX1" fmla="*/ 446372 w 446928"/>
              <a:gd name="connsiteY1" fmla="*/ 265471 h 506413"/>
              <a:gd name="connsiteX2" fmla="*/ 0 w 446928"/>
              <a:gd name="connsiteY2" fmla="*/ 506413 h 506413"/>
              <a:gd name="connsiteX0" fmla="*/ 13753 w 447000"/>
              <a:gd name="connsiteY0" fmla="*/ 0 h 506413"/>
              <a:gd name="connsiteX1" fmla="*/ 446372 w 447000"/>
              <a:gd name="connsiteY1" fmla="*/ 265471 h 506413"/>
              <a:gd name="connsiteX2" fmla="*/ 0 w 447000"/>
              <a:gd name="connsiteY2" fmla="*/ 506413 h 506413"/>
              <a:gd name="connsiteX0" fmla="*/ 13753 w 451249"/>
              <a:gd name="connsiteY0" fmla="*/ 0 h 506413"/>
              <a:gd name="connsiteX1" fmla="*/ 450632 w 451249"/>
              <a:gd name="connsiteY1" fmla="*/ 281617 h 506413"/>
              <a:gd name="connsiteX2" fmla="*/ 0 w 451249"/>
              <a:gd name="connsiteY2" fmla="*/ 506413 h 506413"/>
              <a:gd name="connsiteX0" fmla="*/ 13753 w 438500"/>
              <a:gd name="connsiteY0" fmla="*/ 0 h 506413"/>
              <a:gd name="connsiteX1" fmla="*/ 437851 w 438500"/>
              <a:gd name="connsiteY1" fmla="*/ 243944 h 506413"/>
              <a:gd name="connsiteX2" fmla="*/ 0 w 438500"/>
              <a:gd name="connsiteY2" fmla="*/ 506413 h 506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8500" h="506413">
                <a:moveTo>
                  <a:pt x="13753" y="0"/>
                </a:moveTo>
                <a:cubicBezTo>
                  <a:pt x="222688" y="91768"/>
                  <a:pt x="423103" y="162009"/>
                  <a:pt x="437851" y="243944"/>
                </a:cubicBezTo>
                <a:cubicBezTo>
                  <a:pt x="452599" y="325879"/>
                  <a:pt x="213520" y="426236"/>
                  <a:pt x="0" y="506413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headEnd type="arrow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dirty="0">
              <a:latin typeface="Tw Cen MT" panose="020B0602020104020603" pitchFamily="34" charset="0"/>
            </a:endParaRPr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A8E0EACA-F5E7-1D31-E948-E1F9D198C69F}"/>
              </a:ext>
            </a:extLst>
          </p:cNvPr>
          <p:cNvSpPr/>
          <p:nvPr/>
        </p:nvSpPr>
        <p:spPr>
          <a:xfrm>
            <a:off x="5352611" y="1149872"/>
            <a:ext cx="433772" cy="417940"/>
          </a:xfrm>
          <a:custGeom>
            <a:avLst/>
            <a:gdLst>
              <a:gd name="connsiteX0" fmla="*/ 0 w 433470"/>
              <a:gd name="connsiteY0" fmla="*/ 0 h 491613"/>
              <a:gd name="connsiteX1" fmla="*/ 432619 w 433470"/>
              <a:gd name="connsiteY1" fmla="*/ 265471 h 491613"/>
              <a:gd name="connsiteX2" fmla="*/ 88490 w 433470"/>
              <a:gd name="connsiteY2" fmla="*/ 491613 h 491613"/>
              <a:gd name="connsiteX0" fmla="*/ 13753 w 446928"/>
              <a:gd name="connsiteY0" fmla="*/ 0 h 506413"/>
              <a:gd name="connsiteX1" fmla="*/ 446372 w 446928"/>
              <a:gd name="connsiteY1" fmla="*/ 265471 h 506413"/>
              <a:gd name="connsiteX2" fmla="*/ 0 w 446928"/>
              <a:gd name="connsiteY2" fmla="*/ 506413 h 506413"/>
              <a:gd name="connsiteX0" fmla="*/ 13753 w 447000"/>
              <a:gd name="connsiteY0" fmla="*/ 0 h 506413"/>
              <a:gd name="connsiteX1" fmla="*/ 446372 w 447000"/>
              <a:gd name="connsiteY1" fmla="*/ 265471 h 506413"/>
              <a:gd name="connsiteX2" fmla="*/ 0 w 447000"/>
              <a:gd name="connsiteY2" fmla="*/ 506413 h 506413"/>
              <a:gd name="connsiteX0" fmla="*/ 13753 w 451249"/>
              <a:gd name="connsiteY0" fmla="*/ 0 h 506413"/>
              <a:gd name="connsiteX1" fmla="*/ 450632 w 451249"/>
              <a:gd name="connsiteY1" fmla="*/ 281617 h 506413"/>
              <a:gd name="connsiteX2" fmla="*/ 0 w 451249"/>
              <a:gd name="connsiteY2" fmla="*/ 506413 h 506413"/>
              <a:gd name="connsiteX0" fmla="*/ 13753 w 438500"/>
              <a:gd name="connsiteY0" fmla="*/ 0 h 506413"/>
              <a:gd name="connsiteX1" fmla="*/ 437851 w 438500"/>
              <a:gd name="connsiteY1" fmla="*/ 243944 h 506413"/>
              <a:gd name="connsiteX2" fmla="*/ 0 w 438500"/>
              <a:gd name="connsiteY2" fmla="*/ 506413 h 506413"/>
              <a:gd name="connsiteX0" fmla="*/ 0 w 970048"/>
              <a:gd name="connsiteY0" fmla="*/ 0 h 492932"/>
              <a:gd name="connsiteX1" fmla="*/ 969399 w 970048"/>
              <a:gd name="connsiteY1" fmla="*/ 230463 h 492932"/>
              <a:gd name="connsiteX2" fmla="*/ 531548 w 970048"/>
              <a:gd name="connsiteY2" fmla="*/ 492932 h 492932"/>
              <a:gd name="connsiteX0" fmla="*/ 0 w 970048"/>
              <a:gd name="connsiteY0" fmla="*/ 0 h 492932"/>
              <a:gd name="connsiteX1" fmla="*/ 969399 w 970048"/>
              <a:gd name="connsiteY1" fmla="*/ 230463 h 492932"/>
              <a:gd name="connsiteX2" fmla="*/ 531548 w 970048"/>
              <a:gd name="connsiteY2" fmla="*/ 492932 h 492932"/>
              <a:gd name="connsiteX0" fmla="*/ 0 w 970048"/>
              <a:gd name="connsiteY0" fmla="*/ 0 h 492932"/>
              <a:gd name="connsiteX1" fmla="*/ 969399 w 970048"/>
              <a:gd name="connsiteY1" fmla="*/ 230463 h 492932"/>
              <a:gd name="connsiteX2" fmla="*/ 531548 w 970048"/>
              <a:gd name="connsiteY2" fmla="*/ 492932 h 492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0048" h="492932">
                <a:moveTo>
                  <a:pt x="0" y="0"/>
                </a:moveTo>
                <a:cubicBezTo>
                  <a:pt x="698855" y="98509"/>
                  <a:pt x="954651" y="148528"/>
                  <a:pt x="969399" y="230463"/>
                </a:cubicBezTo>
                <a:cubicBezTo>
                  <a:pt x="984147" y="312398"/>
                  <a:pt x="745068" y="412755"/>
                  <a:pt x="531548" y="492932"/>
                </a:cubicBezTo>
              </a:path>
            </a:pathLst>
          </a:custGeom>
          <a:noFill/>
          <a:ln w="12700">
            <a:solidFill>
              <a:schemeClr val="bg1">
                <a:lumMod val="50000"/>
              </a:schemeClr>
            </a:solidFill>
            <a:headEnd type="arrow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dirty="0">
              <a:latin typeface="Tw Cen MT" panose="020B06020201040206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C77D55-0F30-DBCC-2F6C-34D98A790D09}"/>
              </a:ext>
            </a:extLst>
          </p:cNvPr>
          <p:cNvSpPr txBox="1"/>
          <p:nvPr/>
        </p:nvSpPr>
        <p:spPr>
          <a:xfrm>
            <a:off x="571500" y="2073052"/>
            <a:ext cx="1367057" cy="30777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1400" b="1" dirty="0">
                <a:solidFill>
                  <a:schemeClr val="bg1"/>
                </a:solidFill>
                <a:latin typeface="Tw Cen MT" panose="020B0602020104020603" pitchFamily="34" charset="0"/>
                <a:ea typeface="微軟正黑體" panose="020B0604030504040204" pitchFamily="34" charset="-120"/>
              </a:rPr>
              <a:t>Original Vector</a:t>
            </a:r>
            <a:endParaRPr lang="en-GB" sz="1400" b="1" dirty="0">
              <a:solidFill>
                <a:schemeClr val="bg1"/>
              </a:solidFill>
              <a:latin typeface="Tw Cen MT" panose="020B0602020104020603" pitchFamily="34" charset="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15722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691F48B-8C4C-CCCD-3D7C-D80AD45F97D3}"/>
              </a:ext>
            </a:extLst>
          </p:cNvPr>
          <p:cNvSpPr/>
          <p:nvPr/>
        </p:nvSpPr>
        <p:spPr>
          <a:xfrm>
            <a:off x="1215984" y="124624"/>
            <a:ext cx="6967317" cy="66364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4" name="表格 5">
            <a:extLst>
              <a:ext uri="{FF2B5EF4-FFF2-40B4-BE49-F238E27FC236}">
                <a16:creationId xmlns:a16="http://schemas.microsoft.com/office/drawing/2014/main" id="{6EC19FE2-D45B-1742-76B4-18E464C8FC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5267269"/>
              </p:ext>
            </p:extLst>
          </p:nvPr>
        </p:nvGraphicFramePr>
        <p:xfrm>
          <a:off x="2032000" y="719664"/>
          <a:ext cx="4803140" cy="4086224"/>
        </p:xfrm>
        <a:graphic>
          <a:graphicData uri="http://schemas.openxmlformats.org/drawingml/2006/table">
            <a:tbl>
              <a:tblPr bandRow="1">
                <a:tableStyleId>{F5AB1C69-6EDB-4FF4-983F-18BD219EF322}</a:tableStyleId>
              </a:tblPr>
              <a:tblGrid>
                <a:gridCol w="574866">
                  <a:extLst>
                    <a:ext uri="{9D8B030D-6E8A-4147-A177-3AD203B41FA5}">
                      <a16:colId xmlns:a16="http://schemas.microsoft.com/office/drawing/2014/main" val="1211077496"/>
                    </a:ext>
                  </a:extLst>
                </a:gridCol>
                <a:gridCol w="574866">
                  <a:extLst>
                    <a:ext uri="{9D8B030D-6E8A-4147-A177-3AD203B41FA5}">
                      <a16:colId xmlns:a16="http://schemas.microsoft.com/office/drawing/2014/main" val="3670167678"/>
                    </a:ext>
                  </a:extLst>
                </a:gridCol>
                <a:gridCol w="574866">
                  <a:extLst>
                    <a:ext uri="{9D8B030D-6E8A-4147-A177-3AD203B41FA5}">
                      <a16:colId xmlns:a16="http://schemas.microsoft.com/office/drawing/2014/main" val="2758887433"/>
                    </a:ext>
                  </a:extLst>
                </a:gridCol>
                <a:gridCol w="574866">
                  <a:extLst>
                    <a:ext uri="{9D8B030D-6E8A-4147-A177-3AD203B41FA5}">
                      <a16:colId xmlns:a16="http://schemas.microsoft.com/office/drawing/2014/main" val="1437541456"/>
                    </a:ext>
                  </a:extLst>
                </a:gridCol>
                <a:gridCol w="574866">
                  <a:extLst>
                    <a:ext uri="{9D8B030D-6E8A-4147-A177-3AD203B41FA5}">
                      <a16:colId xmlns:a16="http://schemas.microsoft.com/office/drawing/2014/main" val="282123201"/>
                    </a:ext>
                  </a:extLst>
                </a:gridCol>
                <a:gridCol w="574866">
                  <a:extLst>
                    <a:ext uri="{9D8B030D-6E8A-4147-A177-3AD203B41FA5}">
                      <a16:colId xmlns:a16="http://schemas.microsoft.com/office/drawing/2014/main" val="3086105130"/>
                    </a:ext>
                  </a:extLst>
                </a:gridCol>
                <a:gridCol w="698624">
                  <a:extLst>
                    <a:ext uri="{9D8B030D-6E8A-4147-A177-3AD203B41FA5}">
                      <a16:colId xmlns:a16="http://schemas.microsoft.com/office/drawing/2014/main" val="1280370254"/>
                    </a:ext>
                  </a:extLst>
                </a:gridCol>
                <a:gridCol w="655320">
                  <a:extLst>
                    <a:ext uri="{9D8B030D-6E8A-4147-A177-3AD203B41FA5}">
                      <a16:colId xmlns:a16="http://schemas.microsoft.com/office/drawing/2014/main" val="3675419070"/>
                    </a:ext>
                  </a:extLst>
                </a:gridCol>
              </a:tblGrid>
              <a:tr h="51077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b="1" kern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31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b="1" kern="12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kern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b="1" kern="120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5596711"/>
                  </a:ext>
                </a:extLst>
              </a:tr>
              <a:tr h="51077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b="1" kern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21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b="1" kern="12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kern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b="1" kern="120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2989956"/>
                  </a:ext>
                </a:extLst>
              </a:tr>
              <a:tr h="51077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b="1" kern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28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b="1" kern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kern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b="1" kern="120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073475"/>
                  </a:ext>
                </a:extLst>
              </a:tr>
              <a:tr h="51077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b="1" kern="12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28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b="1" kern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kern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b="1" kern="120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6609747"/>
                  </a:ext>
                </a:extLst>
              </a:tr>
              <a:tr h="51077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b="1" kern="12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38</a:t>
                      </a:r>
                    </a:p>
                  </a:txBody>
                  <a:tcPr marL="7620" marR="7620" marT="762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b="1" kern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kern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b="1" kern="120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0268145"/>
                  </a:ext>
                </a:extLst>
              </a:tr>
              <a:tr h="51077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b="1" kern="12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29</a:t>
                      </a:r>
                    </a:p>
                  </a:txBody>
                  <a:tcPr marL="7620" marR="7620" marT="7620" marB="0"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b="1" kern="120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39</a:t>
                      </a:r>
                    </a:p>
                  </a:txBody>
                  <a:tcPr marL="7620" marR="7620" marT="7620" marB="0"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b="1" kern="120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28</a:t>
                      </a:r>
                    </a:p>
                  </a:txBody>
                  <a:tcPr marL="7620" marR="7620" marT="7620" marB="0"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b="1" kern="12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25</a:t>
                      </a:r>
                    </a:p>
                  </a:txBody>
                  <a:tcPr marL="7620" marR="7620" marT="7620" marB="0"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b="1" kern="120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25</a:t>
                      </a:r>
                    </a:p>
                  </a:txBody>
                  <a:tcPr marL="7620" marR="7620" marT="7620" marB="0"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085579"/>
                  </a:ext>
                </a:extLst>
              </a:tr>
              <a:tr h="51077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b="1" kern="120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b="1" kern="12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b="1" kern="12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b="1" kern="12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400" b="1" kern="12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294570"/>
                  </a:ext>
                </a:extLst>
              </a:tr>
              <a:tr h="51077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kern="12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b="1" kern="12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kern="12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b="1" kern="12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kern="12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b="1" kern="12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kern="12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b="1" kern="12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kern="12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b="1" kern="12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3003442"/>
                  </a:ext>
                </a:extLst>
              </a:tr>
            </a:tbl>
          </a:graphicData>
        </a:graphic>
      </p:graphicFrame>
      <p:sp>
        <p:nvSpPr>
          <p:cNvPr id="5" name="文字方塊 6">
            <a:extLst>
              <a:ext uri="{FF2B5EF4-FFF2-40B4-BE49-F238E27FC236}">
                <a16:creationId xmlns:a16="http://schemas.microsoft.com/office/drawing/2014/main" id="{43A77795-185F-5D9E-2BBA-6323C127E0C8}"/>
              </a:ext>
            </a:extLst>
          </p:cNvPr>
          <p:cNvSpPr txBox="1"/>
          <p:nvPr/>
        </p:nvSpPr>
        <p:spPr>
          <a:xfrm>
            <a:off x="2727477" y="133501"/>
            <a:ext cx="14857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8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運算方向</a:t>
            </a:r>
            <a:r>
              <a:rPr lang="zh-TW" altLang="en-US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lang="en-US" altLang="zh-TW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en-US" altLang="zh-TW" sz="1800" b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6" name="直線單箭頭接點 10">
            <a:extLst>
              <a:ext uri="{FF2B5EF4-FFF2-40B4-BE49-F238E27FC236}">
                <a16:creationId xmlns:a16="http://schemas.microsoft.com/office/drawing/2014/main" id="{107ED8D9-DCA1-5D61-B807-44A71B13D32A}"/>
              </a:ext>
            </a:extLst>
          </p:cNvPr>
          <p:cNvCxnSpPr>
            <a:cxnSpLocks/>
          </p:cNvCxnSpPr>
          <p:nvPr/>
        </p:nvCxnSpPr>
        <p:spPr>
          <a:xfrm>
            <a:off x="2050289" y="533412"/>
            <a:ext cx="2869185" cy="0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單箭頭接點 12">
            <a:extLst>
              <a:ext uri="{FF2B5EF4-FFF2-40B4-BE49-F238E27FC236}">
                <a16:creationId xmlns:a16="http://schemas.microsoft.com/office/drawing/2014/main" id="{71072C95-9081-970B-1D3C-B835B7E54C40}"/>
              </a:ext>
            </a:extLst>
          </p:cNvPr>
          <p:cNvCxnSpPr>
            <a:cxnSpLocks/>
          </p:cNvCxnSpPr>
          <p:nvPr/>
        </p:nvCxnSpPr>
        <p:spPr>
          <a:xfrm>
            <a:off x="1775460" y="640080"/>
            <a:ext cx="16764" cy="2657856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17">
            <a:extLst>
              <a:ext uri="{FF2B5EF4-FFF2-40B4-BE49-F238E27FC236}">
                <a16:creationId xmlns:a16="http://schemas.microsoft.com/office/drawing/2014/main" id="{E63FD094-4CE2-0484-974C-F6CD1E75EBE5}"/>
              </a:ext>
            </a:extLst>
          </p:cNvPr>
          <p:cNvSpPr txBox="1"/>
          <p:nvPr/>
        </p:nvSpPr>
        <p:spPr>
          <a:xfrm>
            <a:off x="1312456" y="986941"/>
            <a:ext cx="39977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zh-TW" sz="1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運算方向</a:t>
            </a:r>
            <a:r>
              <a:rPr lang="zh-TW" alt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lang="en-US" altLang="zh-TW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endParaRPr lang="en-US" altLang="zh-TW" sz="1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" name="文字方塊 20">
            <a:extLst>
              <a:ext uri="{FF2B5EF4-FFF2-40B4-BE49-F238E27FC236}">
                <a16:creationId xmlns:a16="http://schemas.microsoft.com/office/drawing/2014/main" id="{8612F0BB-2F63-9D0E-0D74-5BC4893BC89D}"/>
              </a:ext>
            </a:extLst>
          </p:cNvPr>
          <p:cNvSpPr txBox="1"/>
          <p:nvPr/>
        </p:nvSpPr>
        <p:spPr>
          <a:xfrm>
            <a:off x="4904234" y="346774"/>
            <a:ext cx="6583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加總</a:t>
            </a:r>
            <a:endParaRPr lang="en-US" altLang="zh-TW" sz="1600" b="1" dirty="0">
              <a:solidFill>
                <a:schemeClr val="accent6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0" name="文字方塊 22">
            <a:extLst>
              <a:ext uri="{FF2B5EF4-FFF2-40B4-BE49-F238E27FC236}">
                <a16:creationId xmlns:a16="http://schemas.microsoft.com/office/drawing/2014/main" id="{8D0BF93F-7590-BCE1-021C-E2C41098D084}"/>
              </a:ext>
            </a:extLst>
          </p:cNvPr>
          <p:cNvSpPr txBox="1"/>
          <p:nvPr/>
        </p:nvSpPr>
        <p:spPr>
          <a:xfrm>
            <a:off x="5437634" y="346774"/>
            <a:ext cx="8160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最小值</a:t>
            </a:r>
            <a:endParaRPr lang="en-US" altLang="zh-TW" sz="1600" b="1" dirty="0">
              <a:solidFill>
                <a:schemeClr val="accent6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1" name="文字方塊 23">
            <a:extLst>
              <a:ext uri="{FF2B5EF4-FFF2-40B4-BE49-F238E27FC236}">
                <a16:creationId xmlns:a16="http://schemas.microsoft.com/office/drawing/2014/main" id="{D82870E0-E221-6818-CD41-27FDFD866C67}"/>
              </a:ext>
            </a:extLst>
          </p:cNvPr>
          <p:cNvSpPr txBox="1"/>
          <p:nvPr/>
        </p:nvSpPr>
        <p:spPr>
          <a:xfrm>
            <a:off x="6096000" y="96894"/>
            <a:ext cx="8160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最小值</a:t>
            </a:r>
            <a:endParaRPr lang="en-US" altLang="zh-TW" sz="1600" b="1" dirty="0">
              <a:solidFill>
                <a:schemeClr val="accent6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sz="1600" b="1" dirty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索引</a:t>
            </a:r>
            <a:endParaRPr lang="en-US" altLang="zh-TW" sz="1600" b="1" dirty="0">
              <a:solidFill>
                <a:schemeClr val="accent6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2" name="文字方塊 24">
            <a:extLst>
              <a:ext uri="{FF2B5EF4-FFF2-40B4-BE49-F238E27FC236}">
                <a16:creationId xmlns:a16="http://schemas.microsoft.com/office/drawing/2014/main" id="{C03DD843-5F02-9C43-5C76-02C2C80514BC}"/>
              </a:ext>
            </a:extLst>
          </p:cNvPr>
          <p:cNvSpPr txBox="1"/>
          <p:nvPr/>
        </p:nvSpPr>
        <p:spPr>
          <a:xfrm>
            <a:off x="1375450" y="3332272"/>
            <a:ext cx="6583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16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加總</a:t>
            </a:r>
            <a:endParaRPr lang="en-US" altLang="zh-TW" sz="1600" b="1" dirty="0">
              <a:solidFill>
                <a:srgbClr val="00206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3" name="文字方塊 25">
            <a:extLst>
              <a:ext uri="{FF2B5EF4-FFF2-40B4-BE49-F238E27FC236}">
                <a16:creationId xmlns:a16="http://schemas.microsoft.com/office/drawing/2014/main" id="{BCB79A57-B0AD-440B-9400-3A00A5E05D96}"/>
              </a:ext>
            </a:extLst>
          </p:cNvPr>
          <p:cNvSpPr txBox="1"/>
          <p:nvPr/>
        </p:nvSpPr>
        <p:spPr>
          <a:xfrm>
            <a:off x="1215984" y="3818356"/>
            <a:ext cx="8160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16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最小值</a:t>
            </a:r>
            <a:endParaRPr lang="en-US" altLang="zh-TW" sz="1600" b="1" dirty="0">
              <a:solidFill>
                <a:srgbClr val="00206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4" name="文字方塊 26">
            <a:extLst>
              <a:ext uri="{FF2B5EF4-FFF2-40B4-BE49-F238E27FC236}">
                <a16:creationId xmlns:a16="http://schemas.microsoft.com/office/drawing/2014/main" id="{E31B8DCA-10F1-4131-BF33-5F67E83EF3F7}"/>
              </a:ext>
            </a:extLst>
          </p:cNvPr>
          <p:cNvSpPr txBox="1"/>
          <p:nvPr/>
        </p:nvSpPr>
        <p:spPr>
          <a:xfrm>
            <a:off x="1215984" y="4263626"/>
            <a:ext cx="8160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TW" altLang="en-US" sz="16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最小值</a:t>
            </a:r>
            <a:endParaRPr lang="en-US" altLang="zh-TW" sz="1600" b="1" dirty="0">
              <a:solidFill>
                <a:srgbClr val="00206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r"/>
            <a:r>
              <a:rPr lang="zh-TW" altLang="en-US" sz="16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索引</a:t>
            </a:r>
            <a:endParaRPr lang="en-US" altLang="zh-TW" sz="1600" b="1" dirty="0">
              <a:solidFill>
                <a:srgbClr val="00206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5" name="文字方塊 28">
            <a:extLst>
              <a:ext uri="{FF2B5EF4-FFF2-40B4-BE49-F238E27FC236}">
                <a16:creationId xmlns:a16="http://schemas.microsoft.com/office/drawing/2014/main" id="{CE55C836-2983-3DDE-4F96-97B66D69B74D}"/>
              </a:ext>
            </a:extLst>
          </p:cNvPr>
          <p:cNvSpPr txBox="1"/>
          <p:nvPr/>
        </p:nvSpPr>
        <p:spPr>
          <a:xfrm>
            <a:off x="1747816" y="5041864"/>
            <a:ext cx="62618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latinLnBrk="1">
              <a:spcBef>
                <a:spcPts val="600"/>
              </a:spcBef>
              <a:spcAft>
                <a:spcPts val="600"/>
              </a:spcAft>
            </a:pPr>
            <a:r>
              <a:rPr lang="en-US" altLang="zh-TW" sz="2000" b="1" kern="100" dirty="0">
                <a:solidFill>
                  <a:schemeClr val="accent6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標楷體" panose="03000509000000000000" pitchFamily="65" charset="-120"/>
                <a:cs typeface="Times New Roman" panose="02020603050405020304" pitchFamily="18" charset="0"/>
              </a:rPr>
              <a:t>apply(</a:t>
            </a:r>
            <a:r>
              <a:rPr lang="zh-TW" altLang="zh-TW" sz="2000" b="1" kern="100" dirty="0">
                <a:solidFill>
                  <a:schemeClr val="accent6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標楷體" panose="03000509000000000000" pitchFamily="65" charset="-120"/>
                <a:cs typeface="Times New Roman" panose="02020603050405020304" pitchFamily="18" charset="0"/>
              </a:rPr>
              <a:t>資料</a:t>
            </a:r>
            <a:r>
              <a:rPr lang="en-US" altLang="zh-TW" sz="2000" b="1" kern="100" dirty="0">
                <a:solidFill>
                  <a:schemeClr val="accent6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標楷體" panose="03000509000000000000" pitchFamily="65" charset="-120"/>
                <a:cs typeface="Times New Roman" panose="02020603050405020304" pitchFamily="18" charset="0"/>
              </a:rPr>
              <a:t>, 1, sum) = [31, 21, 28, 28, 38]</a:t>
            </a:r>
            <a:endParaRPr lang="zh-TW" altLang="zh-TW" sz="2000" b="1" kern="100" dirty="0">
              <a:solidFill>
                <a:schemeClr val="accent6">
                  <a:lumMod val="50000"/>
                </a:schemeClr>
              </a:solidFill>
              <a:effectLst/>
              <a:latin typeface="Consolas" panose="020B0609020204030204" pitchFamily="49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16" name="文字方塊 29">
            <a:extLst>
              <a:ext uri="{FF2B5EF4-FFF2-40B4-BE49-F238E27FC236}">
                <a16:creationId xmlns:a16="http://schemas.microsoft.com/office/drawing/2014/main" id="{7FED32BB-1FDC-5568-B088-7439F3A467A1}"/>
              </a:ext>
            </a:extLst>
          </p:cNvPr>
          <p:cNvSpPr txBox="1"/>
          <p:nvPr/>
        </p:nvSpPr>
        <p:spPr>
          <a:xfrm>
            <a:off x="1747816" y="5477895"/>
            <a:ext cx="62618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latinLnBrk="1">
              <a:spcBef>
                <a:spcPts val="600"/>
              </a:spcBef>
              <a:spcAft>
                <a:spcPts val="600"/>
              </a:spcAft>
            </a:pPr>
            <a:r>
              <a:rPr lang="en-US" altLang="zh-TW" sz="2000" b="1" kern="100" dirty="0">
                <a:solidFill>
                  <a:schemeClr val="accent6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標楷體" panose="03000509000000000000" pitchFamily="65" charset="-120"/>
                <a:cs typeface="Times New Roman" panose="02020603050405020304" pitchFamily="18" charset="0"/>
              </a:rPr>
              <a:t>apply(</a:t>
            </a:r>
            <a:r>
              <a:rPr lang="zh-TW" altLang="zh-TW" sz="2000" b="1" kern="100" dirty="0">
                <a:solidFill>
                  <a:schemeClr val="accent6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標楷體" panose="03000509000000000000" pitchFamily="65" charset="-120"/>
                <a:cs typeface="Times New Roman" panose="02020603050405020304" pitchFamily="18" charset="0"/>
              </a:rPr>
              <a:t>資料</a:t>
            </a:r>
            <a:r>
              <a:rPr lang="en-US" altLang="zh-TW" sz="2000" b="1" kern="100" dirty="0">
                <a:solidFill>
                  <a:schemeClr val="accent6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標楷體" panose="03000509000000000000" pitchFamily="65" charset="-120"/>
                <a:cs typeface="Times New Roman" panose="02020603050405020304" pitchFamily="18" charset="0"/>
              </a:rPr>
              <a:t>, 1, min) = [2, 1, 2, 3, 5]</a:t>
            </a:r>
            <a:endParaRPr lang="zh-TW" altLang="zh-TW" sz="2000" b="1" kern="100" dirty="0">
              <a:solidFill>
                <a:schemeClr val="accent6">
                  <a:lumMod val="50000"/>
                </a:schemeClr>
              </a:solidFill>
              <a:effectLst/>
              <a:latin typeface="Consolas" panose="020B0609020204030204" pitchFamily="49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17" name="文字方塊 32">
            <a:extLst>
              <a:ext uri="{FF2B5EF4-FFF2-40B4-BE49-F238E27FC236}">
                <a16:creationId xmlns:a16="http://schemas.microsoft.com/office/drawing/2014/main" id="{DC763014-05F8-6DC3-2922-010703D1D79F}"/>
              </a:ext>
            </a:extLst>
          </p:cNvPr>
          <p:cNvSpPr txBox="1"/>
          <p:nvPr/>
        </p:nvSpPr>
        <p:spPr>
          <a:xfrm>
            <a:off x="1747816" y="5910544"/>
            <a:ext cx="62618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latinLnBrk="1">
              <a:spcBef>
                <a:spcPts val="600"/>
              </a:spcBef>
              <a:spcAft>
                <a:spcPts val="600"/>
              </a:spcAft>
            </a:pPr>
            <a:r>
              <a:rPr lang="en-US" altLang="zh-TW" sz="2000" b="1" kern="100" dirty="0">
                <a:solidFill>
                  <a:srgbClr val="002060"/>
                </a:solidFill>
                <a:effectLst/>
                <a:latin typeface="Consolas" panose="020B0609020204030204" pitchFamily="49" charset="0"/>
                <a:ea typeface="標楷體" panose="03000509000000000000" pitchFamily="65" charset="-120"/>
                <a:cs typeface="Times New Roman" panose="02020603050405020304" pitchFamily="18" charset="0"/>
              </a:rPr>
              <a:t>apply(</a:t>
            </a:r>
            <a:r>
              <a:rPr lang="zh-TW" altLang="zh-TW" sz="2000" b="1" kern="100" dirty="0">
                <a:solidFill>
                  <a:srgbClr val="002060"/>
                </a:solidFill>
                <a:effectLst/>
                <a:latin typeface="Consolas" panose="020B0609020204030204" pitchFamily="49" charset="0"/>
                <a:ea typeface="標楷體" panose="03000509000000000000" pitchFamily="65" charset="-120"/>
                <a:cs typeface="Times New Roman" panose="02020603050405020304" pitchFamily="18" charset="0"/>
              </a:rPr>
              <a:t>資料</a:t>
            </a:r>
            <a:r>
              <a:rPr lang="en-US" altLang="zh-TW" sz="2000" b="1" kern="100" dirty="0">
                <a:solidFill>
                  <a:srgbClr val="002060"/>
                </a:solidFill>
                <a:effectLst/>
                <a:latin typeface="Consolas" panose="020B0609020204030204" pitchFamily="49" charset="0"/>
                <a:ea typeface="標楷體" panose="03000509000000000000" pitchFamily="65" charset="-120"/>
                <a:cs typeface="Times New Roman" panose="02020603050405020304" pitchFamily="18" charset="0"/>
              </a:rPr>
              <a:t>, 2, min) = [1, 6, 2, 2, 3]</a:t>
            </a:r>
            <a:endParaRPr lang="zh-TW" altLang="zh-TW" sz="2000" b="1" kern="100" dirty="0">
              <a:solidFill>
                <a:srgbClr val="002060"/>
              </a:solidFill>
              <a:effectLst/>
              <a:latin typeface="Consolas" panose="020B0609020204030204" pitchFamily="49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18" name="文字方塊 33">
            <a:extLst>
              <a:ext uri="{FF2B5EF4-FFF2-40B4-BE49-F238E27FC236}">
                <a16:creationId xmlns:a16="http://schemas.microsoft.com/office/drawing/2014/main" id="{1684352A-A986-D143-8A15-D61E5AC0374F}"/>
              </a:ext>
            </a:extLst>
          </p:cNvPr>
          <p:cNvSpPr txBox="1"/>
          <p:nvPr/>
        </p:nvSpPr>
        <p:spPr>
          <a:xfrm>
            <a:off x="1747816" y="6346575"/>
            <a:ext cx="64354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latinLnBrk="1">
              <a:spcBef>
                <a:spcPts val="600"/>
              </a:spcBef>
              <a:spcAft>
                <a:spcPts val="600"/>
              </a:spcAft>
            </a:pPr>
            <a:r>
              <a:rPr lang="en-US" altLang="zh-TW" sz="2000" b="1" kern="100" dirty="0">
                <a:solidFill>
                  <a:srgbClr val="002060"/>
                </a:solidFill>
                <a:effectLst/>
                <a:latin typeface="Consolas" panose="020B0609020204030204" pitchFamily="49" charset="0"/>
                <a:ea typeface="標楷體" panose="03000509000000000000" pitchFamily="65" charset="-120"/>
                <a:cs typeface="Times New Roman" panose="02020603050405020304" pitchFamily="18" charset="0"/>
              </a:rPr>
              <a:t>apply(</a:t>
            </a:r>
            <a:r>
              <a:rPr lang="zh-TW" altLang="zh-TW" sz="2000" b="1" kern="100" dirty="0">
                <a:solidFill>
                  <a:srgbClr val="002060"/>
                </a:solidFill>
                <a:effectLst/>
                <a:latin typeface="Consolas" panose="020B0609020204030204" pitchFamily="49" charset="0"/>
                <a:ea typeface="標楷體" panose="03000509000000000000" pitchFamily="65" charset="-120"/>
                <a:cs typeface="Times New Roman" panose="02020603050405020304" pitchFamily="18" charset="0"/>
              </a:rPr>
              <a:t>資料</a:t>
            </a:r>
            <a:r>
              <a:rPr lang="en-US" altLang="zh-TW" sz="2000" b="1" kern="100" dirty="0">
                <a:solidFill>
                  <a:srgbClr val="002060"/>
                </a:solidFill>
                <a:effectLst/>
                <a:latin typeface="Consolas" panose="020B0609020204030204" pitchFamily="49" charset="0"/>
                <a:ea typeface="標楷體" panose="03000509000000000000" pitchFamily="65" charset="-120"/>
                <a:cs typeface="Times New Roman" panose="02020603050405020304" pitchFamily="18" charset="0"/>
              </a:rPr>
              <a:t>, 2, </a:t>
            </a:r>
            <a:r>
              <a:rPr lang="en-US" altLang="zh-TW" sz="2000" b="1" kern="100" dirty="0" err="1">
                <a:solidFill>
                  <a:srgbClr val="002060"/>
                </a:solidFill>
                <a:effectLst/>
                <a:latin typeface="Consolas" panose="020B0609020204030204" pitchFamily="49" charset="0"/>
                <a:ea typeface="標楷體" panose="03000509000000000000" pitchFamily="65" charset="-120"/>
                <a:cs typeface="Times New Roman" panose="02020603050405020304" pitchFamily="18" charset="0"/>
              </a:rPr>
              <a:t>which.min</a:t>
            </a:r>
            <a:r>
              <a:rPr lang="en-US" altLang="zh-TW" sz="2000" b="1" kern="100" dirty="0">
                <a:solidFill>
                  <a:srgbClr val="002060"/>
                </a:solidFill>
                <a:effectLst/>
                <a:latin typeface="Consolas" panose="020B0609020204030204" pitchFamily="49" charset="0"/>
                <a:ea typeface="標楷體" panose="03000509000000000000" pitchFamily="65" charset="-120"/>
                <a:cs typeface="Times New Roman" panose="02020603050405020304" pitchFamily="18" charset="0"/>
              </a:rPr>
              <a:t>) = [2, 4, 1, 3, 4]</a:t>
            </a:r>
            <a:endParaRPr lang="zh-TW" altLang="zh-TW" sz="2000" b="1" kern="100" dirty="0">
              <a:solidFill>
                <a:srgbClr val="002060"/>
              </a:solidFill>
              <a:effectLst/>
              <a:latin typeface="Consolas" panose="020B0609020204030204" pitchFamily="49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5102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37A06576-B51E-C770-ED4C-08254A1D4BED}"/>
              </a:ext>
            </a:extLst>
          </p:cNvPr>
          <p:cNvSpPr/>
          <p:nvPr/>
        </p:nvSpPr>
        <p:spPr>
          <a:xfrm>
            <a:off x="2052174" y="743859"/>
            <a:ext cx="8204784" cy="57800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757B86FA-CB5C-F120-1D54-AEFE100996CD}"/>
              </a:ext>
            </a:extLst>
          </p:cNvPr>
          <p:cNvSpPr txBox="1"/>
          <p:nvPr/>
        </p:nvSpPr>
        <p:spPr>
          <a:xfrm>
            <a:off x="2461846" y="1371600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陣列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[[1]]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7783CE1-FE03-6286-345D-656C0875150C}"/>
              </a:ext>
            </a:extLst>
          </p:cNvPr>
          <p:cNvSpPr txBox="1"/>
          <p:nvPr/>
        </p:nvSpPr>
        <p:spPr>
          <a:xfrm>
            <a:off x="2461846" y="1951892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陣列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2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[[2]]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3C55D7F-3110-51C4-F9D5-ECB30B61AFC7}"/>
              </a:ext>
            </a:extLst>
          </p:cNvPr>
          <p:cNvSpPr txBox="1"/>
          <p:nvPr/>
        </p:nvSpPr>
        <p:spPr>
          <a:xfrm>
            <a:off x="2461846" y="2532184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陣列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[[3]]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B26B4CD-0F00-CDC8-8EEF-375A5077D2FE}"/>
              </a:ext>
            </a:extLst>
          </p:cNvPr>
          <p:cNvSpPr txBox="1"/>
          <p:nvPr/>
        </p:nvSpPr>
        <p:spPr>
          <a:xfrm>
            <a:off x="2461846" y="3112476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陣列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4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[[4]]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04041186-2817-2599-83DE-1D34511F2B63}"/>
              </a:ext>
            </a:extLst>
          </p:cNvPr>
          <p:cNvSpPr txBox="1"/>
          <p:nvPr/>
        </p:nvSpPr>
        <p:spPr>
          <a:xfrm>
            <a:off x="2461846" y="3692768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陣列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5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[[5]]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4B08341-DD4C-C44C-E15A-50C317BF60A2}"/>
              </a:ext>
            </a:extLst>
          </p:cNvPr>
          <p:cNvSpPr txBox="1"/>
          <p:nvPr/>
        </p:nvSpPr>
        <p:spPr>
          <a:xfrm>
            <a:off x="2461846" y="4273060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陣列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6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[[6]]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48C68045-ED2B-1FE9-2BEC-E62BDA9A29F8}"/>
              </a:ext>
            </a:extLst>
          </p:cNvPr>
          <p:cNvSpPr txBox="1"/>
          <p:nvPr/>
        </p:nvSpPr>
        <p:spPr>
          <a:xfrm>
            <a:off x="2461846" y="4853352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陣列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7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[[7]]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F4567F0-5AB4-6E88-B088-FBCC08EE6D14}"/>
              </a:ext>
            </a:extLst>
          </p:cNvPr>
          <p:cNvSpPr txBox="1"/>
          <p:nvPr/>
        </p:nvSpPr>
        <p:spPr>
          <a:xfrm>
            <a:off x="2827330" y="817793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陣列</a:t>
            </a:r>
          </a:p>
        </p:txBody>
      </p:sp>
      <p:sp>
        <p:nvSpPr>
          <p:cNvPr id="12" name="左右中括弧 11">
            <a:extLst>
              <a:ext uri="{FF2B5EF4-FFF2-40B4-BE49-F238E27FC236}">
                <a16:creationId xmlns:a16="http://schemas.microsoft.com/office/drawing/2014/main" id="{A2D251E5-65C5-4198-6966-46205EFB27A4}"/>
              </a:ext>
            </a:extLst>
          </p:cNvPr>
          <p:cNvSpPr/>
          <p:nvPr/>
        </p:nvSpPr>
        <p:spPr>
          <a:xfrm>
            <a:off x="2171700" y="1283677"/>
            <a:ext cx="2039815" cy="4053254"/>
          </a:xfrm>
          <a:prstGeom prst="bracketPair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2E41B308-A8B6-0A29-A1F4-95136DDDBE39}"/>
              </a:ext>
            </a:extLst>
          </p:cNvPr>
          <p:cNvSpPr txBox="1"/>
          <p:nvPr/>
        </p:nvSpPr>
        <p:spPr>
          <a:xfrm>
            <a:off x="4396271" y="1371600"/>
            <a:ext cx="1614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元素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、元素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EB865D52-F255-01B6-8183-A2C7715CA419}"/>
              </a:ext>
            </a:extLst>
          </p:cNvPr>
          <p:cNvSpPr txBox="1"/>
          <p:nvPr/>
        </p:nvSpPr>
        <p:spPr>
          <a:xfrm>
            <a:off x="4396271" y="1951892"/>
            <a:ext cx="784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元素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BFED1BA9-A50F-D721-5125-976999A36DB7}"/>
              </a:ext>
            </a:extLst>
          </p:cNvPr>
          <p:cNvSpPr txBox="1"/>
          <p:nvPr/>
        </p:nvSpPr>
        <p:spPr>
          <a:xfrm>
            <a:off x="4396271" y="2532184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空集合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651BA589-B719-6DEA-DB29-DCFBA56DD3E0}"/>
              </a:ext>
            </a:extLst>
          </p:cNvPr>
          <p:cNvSpPr txBox="1"/>
          <p:nvPr/>
        </p:nvSpPr>
        <p:spPr>
          <a:xfrm>
            <a:off x="4396271" y="3112477"/>
            <a:ext cx="24449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元素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4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、元素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、元素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6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5CBE4FC4-CAB1-AB81-9990-CA5AA777BE4C}"/>
              </a:ext>
            </a:extLst>
          </p:cNvPr>
          <p:cNvSpPr txBox="1"/>
          <p:nvPr/>
        </p:nvSpPr>
        <p:spPr>
          <a:xfrm>
            <a:off x="4396271" y="3692768"/>
            <a:ext cx="784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元素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7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A936233C-4F64-EC64-88C1-82DAA3F2A0AC}"/>
              </a:ext>
            </a:extLst>
          </p:cNvPr>
          <p:cNvSpPr txBox="1"/>
          <p:nvPr/>
        </p:nvSpPr>
        <p:spPr>
          <a:xfrm>
            <a:off x="4396271" y="4273060"/>
            <a:ext cx="3550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元素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8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、元素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9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、元素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10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、元素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11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9" name="文字方塊 20">
            <a:extLst>
              <a:ext uri="{FF2B5EF4-FFF2-40B4-BE49-F238E27FC236}">
                <a16:creationId xmlns:a16="http://schemas.microsoft.com/office/drawing/2014/main" id="{A0A41AAD-0251-17CE-2644-FC15B75BC2EC}"/>
              </a:ext>
            </a:extLst>
          </p:cNvPr>
          <p:cNvSpPr txBox="1"/>
          <p:nvPr/>
        </p:nvSpPr>
        <p:spPr>
          <a:xfrm>
            <a:off x="4396271" y="4853352"/>
            <a:ext cx="1890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元素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12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、元素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13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0" name="文字方塊 21">
            <a:extLst>
              <a:ext uri="{FF2B5EF4-FFF2-40B4-BE49-F238E27FC236}">
                <a16:creationId xmlns:a16="http://schemas.microsoft.com/office/drawing/2014/main" id="{56486791-0A2D-4602-BB81-8D3BA55B936B}"/>
              </a:ext>
            </a:extLst>
          </p:cNvPr>
          <p:cNvSpPr txBox="1"/>
          <p:nvPr/>
        </p:nvSpPr>
        <p:spPr>
          <a:xfrm>
            <a:off x="4735614" y="817793"/>
            <a:ext cx="8002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元素</a:t>
            </a:r>
          </a:p>
        </p:txBody>
      </p:sp>
      <p:sp>
        <p:nvSpPr>
          <p:cNvPr id="21" name="文字方塊 22">
            <a:extLst>
              <a:ext uri="{FF2B5EF4-FFF2-40B4-BE49-F238E27FC236}">
                <a16:creationId xmlns:a16="http://schemas.microsoft.com/office/drawing/2014/main" id="{6FF14040-AA58-7D5C-AFF8-27C5B621EB52}"/>
              </a:ext>
            </a:extLst>
          </p:cNvPr>
          <p:cNvSpPr txBox="1"/>
          <p:nvPr/>
        </p:nvSpPr>
        <p:spPr>
          <a:xfrm>
            <a:off x="8024447" y="817793"/>
            <a:ext cx="1428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solidFill>
                  <a:schemeClr val="accent4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元素個數</a:t>
            </a:r>
          </a:p>
        </p:txBody>
      </p:sp>
      <p:cxnSp>
        <p:nvCxnSpPr>
          <p:cNvPr id="22" name="直線單箭頭接點 24">
            <a:extLst>
              <a:ext uri="{FF2B5EF4-FFF2-40B4-BE49-F238E27FC236}">
                <a16:creationId xmlns:a16="http://schemas.microsoft.com/office/drawing/2014/main" id="{657BB868-070E-E6FE-46AA-0966F4A25B40}"/>
              </a:ext>
            </a:extLst>
          </p:cNvPr>
          <p:cNvCxnSpPr>
            <a:stCxn id="4" idx="3"/>
            <a:endCxn id="13" idx="1"/>
          </p:cNvCxnSpPr>
          <p:nvPr/>
        </p:nvCxnSpPr>
        <p:spPr>
          <a:xfrm>
            <a:off x="4057155" y="1556266"/>
            <a:ext cx="339116" cy="0"/>
          </a:xfrm>
          <a:prstGeom prst="straightConnector1">
            <a:avLst/>
          </a:prstGeom>
          <a:ln w="28575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6">
            <a:extLst>
              <a:ext uri="{FF2B5EF4-FFF2-40B4-BE49-F238E27FC236}">
                <a16:creationId xmlns:a16="http://schemas.microsoft.com/office/drawing/2014/main" id="{987558F2-B1E8-28CD-CE9F-A31450F2B835}"/>
              </a:ext>
            </a:extLst>
          </p:cNvPr>
          <p:cNvCxnSpPr>
            <a:cxnSpLocks/>
            <a:stCxn id="5" idx="3"/>
            <a:endCxn id="14" idx="1"/>
          </p:cNvCxnSpPr>
          <p:nvPr/>
        </p:nvCxnSpPr>
        <p:spPr>
          <a:xfrm>
            <a:off x="4057155" y="2136558"/>
            <a:ext cx="339116" cy="0"/>
          </a:xfrm>
          <a:prstGeom prst="straightConnector1">
            <a:avLst/>
          </a:prstGeom>
          <a:ln w="28575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9">
            <a:extLst>
              <a:ext uri="{FF2B5EF4-FFF2-40B4-BE49-F238E27FC236}">
                <a16:creationId xmlns:a16="http://schemas.microsoft.com/office/drawing/2014/main" id="{CB8510BC-FAF7-BBD8-EB3E-2916CF6ECA69}"/>
              </a:ext>
            </a:extLst>
          </p:cNvPr>
          <p:cNvCxnSpPr>
            <a:cxnSpLocks/>
            <a:stCxn id="6" idx="3"/>
            <a:endCxn id="15" idx="1"/>
          </p:cNvCxnSpPr>
          <p:nvPr/>
        </p:nvCxnSpPr>
        <p:spPr>
          <a:xfrm>
            <a:off x="4057155" y="2716850"/>
            <a:ext cx="339116" cy="0"/>
          </a:xfrm>
          <a:prstGeom prst="straightConnector1">
            <a:avLst/>
          </a:prstGeom>
          <a:ln w="28575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32">
            <a:extLst>
              <a:ext uri="{FF2B5EF4-FFF2-40B4-BE49-F238E27FC236}">
                <a16:creationId xmlns:a16="http://schemas.microsoft.com/office/drawing/2014/main" id="{CB31A691-6578-4EE7-EC3C-8D1279D2DF0B}"/>
              </a:ext>
            </a:extLst>
          </p:cNvPr>
          <p:cNvCxnSpPr>
            <a:cxnSpLocks/>
            <a:stCxn id="7" idx="3"/>
            <a:endCxn id="16" idx="1"/>
          </p:cNvCxnSpPr>
          <p:nvPr/>
        </p:nvCxnSpPr>
        <p:spPr>
          <a:xfrm>
            <a:off x="4057155" y="3297142"/>
            <a:ext cx="339116" cy="1"/>
          </a:xfrm>
          <a:prstGeom prst="straightConnector1">
            <a:avLst/>
          </a:prstGeom>
          <a:ln w="28575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35">
            <a:extLst>
              <a:ext uri="{FF2B5EF4-FFF2-40B4-BE49-F238E27FC236}">
                <a16:creationId xmlns:a16="http://schemas.microsoft.com/office/drawing/2014/main" id="{08033F8E-22CD-79E4-5BD5-AA515AC33437}"/>
              </a:ext>
            </a:extLst>
          </p:cNvPr>
          <p:cNvCxnSpPr>
            <a:cxnSpLocks/>
            <a:stCxn id="8" idx="3"/>
            <a:endCxn id="17" idx="1"/>
          </p:cNvCxnSpPr>
          <p:nvPr/>
        </p:nvCxnSpPr>
        <p:spPr>
          <a:xfrm>
            <a:off x="4057155" y="3877434"/>
            <a:ext cx="339116" cy="0"/>
          </a:xfrm>
          <a:prstGeom prst="straightConnector1">
            <a:avLst/>
          </a:prstGeom>
          <a:ln w="28575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39">
            <a:extLst>
              <a:ext uri="{FF2B5EF4-FFF2-40B4-BE49-F238E27FC236}">
                <a16:creationId xmlns:a16="http://schemas.microsoft.com/office/drawing/2014/main" id="{C6889851-E581-2224-976C-61427CFFE05E}"/>
              </a:ext>
            </a:extLst>
          </p:cNvPr>
          <p:cNvCxnSpPr>
            <a:cxnSpLocks/>
            <a:stCxn id="9" idx="3"/>
            <a:endCxn id="18" idx="1"/>
          </p:cNvCxnSpPr>
          <p:nvPr/>
        </p:nvCxnSpPr>
        <p:spPr>
          <a:xfrm>
            <a:off x="4057155" y="4457726"/>
            <a:ext cx="339116" cy="0"/>
          </a:xfrm>
          <a:prstGeom prst="straightConnector1">
            <a:avLst/>
          </a:prstGeom>
          <a:ln w="28575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42">
            <a:extLst>
              <a:ext uri="{FF2B5EF4-FFF2-40B4-BE49-F238E27FC236}">
                <a16:creationId xmlns:a16="http://schemas.microsoft.com/office/drawing/2014/main" id="{4000A893-129F-8400-65CF-5C4B20ECEE23}"/>
              </a:ext>
            </a:extLst>
          </p:cNvPr>
          <p:cNvCxnSpPr>
            <a:cxnSpLocks/>
            <a:stCxn id="10" idx="3"/>
            <a:endCxn id="19" idx="1"/>
          </p:cNvCxnSpPr>
          <p:nvPr/>
        </p:nvCxnSpPr>
        <p:spPr>
          <a:xfrm>
            <a:off x="4057155" y="5038018"/>
            <a:ext cx="339116" cy="0"/>
          </a:xfrm>
          <a:prstGeom prst="straightConnector1">
            <a:avLst/>
          </a:prstGeom>
          <a:ln w="28575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45">
            <a:extLst>
              <a:ext uri="{FF2B5EF4-FFF2-40B4-BE49-F238E27FC236}">
                <a16:creationId xmlns:a16="http://schemas.microsoft.com/office/drawing/2014/main" id="{79CFE312-BE44-AF33-4F5E-97CE77B89F64}"/>
              </a:ext>
            </a:extLst>
          </p:cNvPr>
          <p:cNvCxnSpPr>
            <a:cxnSpLocks/>
            <a:stCxn id="13" idx="3"/>
            <a:endCxn id="30" idx="1"/>
          </p:cNvCxnSpPr>
          <p:nvPr/>
        </p:nvCxnSpPr>
        <p:spPr>
          <a:xfrm>
            <a:off x="6010816" y="1556266"/>
            <a:ext cx="2433591" cy="0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字方塊 49">
            <a:extLst>
              <a:ext uri="{FF2B5EF4-FFF2-40B4-BE49-F238E27FC236}">
                <a16:creationId xmlns:a16="http://schemas.microsoft.com/office/drawing/2014/main" id="{3FB4576E-82A2-D23A-9EB3-07A5830C2871}"/>
              </a:ext>
            </a:extLst>
          </p:cNvPr>
          <p:cNvSpPr txBox="1"/>
          <p:nvPr/>
        </p:nvSpPr>
        <p:spPr>
          <a:xfrm>
            <a:off x="8444407" y="1371600"/>
            <a:ext cx="611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個</a:t>
            </a:r>
          </a:p>
        </p:txBody>
      </p:sp>
      <p:sp>
        <p:nvSpPr>
          <p:cNvPr id="31" name="文字方塊 50">
            <a:extLst>
              <a:ext uri="{FF2B5EF4-FFF2-40B4-BE49-F238E27FC236}">
                <a16:creationId xmlns:a16="http://schemas.microsoft.com/office/drawing/2014/main" id="{A30AE513-F218-76B9-153E-D2D1387E9028}"/>
              </a:ext>
            </a:extLst>
          </p:cNvPr>
          <p:cNvSpPr txBox="1"/>
          <p:nvPr/>
        </p:nvSpPr>
        <p:spPr>
          <a:xfrm>
            <a:off x="8444407" y="1951892"/>
            <a:ext cx="611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個</a:t>
            </a:r>
          </a:p>
        </p:txBody>
      </p:sp>
      <p:sp>
        <p:nvSpPr>
          <p:cNvPr id="32" name="文字方塊 51">
            <a:extLst>
              <a:ext uri="{FF2B5EF4-FFF2-40B4-BE49-F238E27FC236}">
                <a16:creationId xmlns:a16="http://schemas.microsoft.com/office/drawing/2014/main" id="{A8E45D74-E628-EAB1-718F-7A35F350C7C1}"/>
              </a:ext>
            </a:extLst>
          </p:cNvPr>
          <p:cNvSpPr txBox="1"/>
          <p:nvPr/>
        </p:nvSpPr>
        <p:spPr>
          <a:xfrm>
            <a:off x="8444407" y="2532184"/>
            <a:ext cx="611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0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個</a:t>
            </a:r>
          </a:p>
        </p:txBody>
      </p:sp>
      <p:sp>
        <p:nvSpPr>
          <p:cNvPr id="33" name="文字方塊 52">
            <a:extLst>
              <a:ext uri="{FF2B5EF4-FFF2-40B4-BE49-F238E27FC236}">
                <a16:creationId xmlns:a16="http://schemas.microsoft.com/office/drawing/2014/main" id="{C77E855E-546F-0344-ED0A-11356F8D21D2}"/>
              </a:ext>
            </a:extLst>
          </p:cNvPr>
          <p:cNvSpPr txBox="1"/>
          <p:nvPr/>
        </p:nvSpPr>
        <p:spPr>
          <a:xfrm>
            <a:off x="8444407" y="3112476"/>
            <a:ext cx="611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個</a:t>
            </a:r>
          </a:p>
        </p:txBody>
      </p:sp>
      <p:sp>
        <p:nvSpPr>
          <p:cNvPr id="34" name="文字方塊 53">
            <a:extLst>
              <a:ext uri="{FF2B5EF4-FFF2-40B4-BE49-F238E27FC236}">
                <a16:creationId xmlns:a16="http://schemas.microsoft.com/office/drawing/2014/main" id="{17759377-8B9E-ACBD-8E6F-70946DA02F03}"/>
              </a:ext>
            </a:extLst>
          </p:cNvPr>
          <p:cNvSpPr txBox="1"/>
          <p:nvPr/>
        </p:nvSpPr>
        <p:spPr>
          <a:xfrm>
            <a:off x="8444407" y="3692768"/>
            <a:ext cx="611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個</a:t>
            </a:r>
          </a:p>
        </p:txBody>
      </p:sp>
      <p:sp>
        <p:nvSpPr>
          <p:cNvPr id="35" name="文字方塊 54">
            <a:extLst>
              <a:ext uri="{FF2B5EF4-FFF2-40B4-BE49-F238E27FC236}">
                <a16:creationId xmlns:a16="http://schemas.microsoft.com/office/drawing/2014/main" id="{FDB5445B-AE90-DA88-EEEB-26B19D00711A}"/>
              </a:ext>
            </a:extLst>
          </p:cNvPr>
          <p:cNvSpPr txBox="1"/>
          <p:nvPr/>
        </p:nvSpPr>
        <p:spPr>
          <a:xfrm>
            <a:off x="8444407" y="4273060"/>
            <a:ext cx="611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4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個</a:t>
            </a:r>
          </a:p>
        </p:txBody>
      </p:sp>
      <p:sp>
        <p:nvSpPr>
          <p:cNvPr id="36" name="文字方塊 55">
            <a:extLst>
              <a:ext uri="{FF2B5EF4-FFF2-40B4-BE49-F238E27FC236}">
                <a16:creationId xmlns:a16="http://schemas.microsoft.com/office/drawing/2014/main" id="{67B4526C-C676-5F4D-C9A4-34F68EF7A980}"/>
              </a:ext>
            </a:extLst>
          </p:cNvPr>
          <p:cNvSpPr txBox="1"/>
          <p:nvPr/>
        </p:nvSpPr>
        <p:spPr>
          <a:xfrm>
            <a:off x="8444407" y="4853352"/>
            <a:ext cx="611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個</a:t>
            </a:r>
          </a:p>
        </p:txBody>
      </p:sp>
      <p:cxnSp>
        <p:nvCxnSpPr>
          <p:cNvPr id="37" name="直線單箭頭接點 57">
            <a:extLst>
              <a:ext uri="{FF2B5EF4-FFF2-40B4-BE49-F238E27FC236}">
                <a16:creationId xmlns:a16="http://schemas.microsoft.com/office/drawing/2014/main" id="{6B28A112-FCDD-34D2-6245-33679C55B31D}"/>
              </a:ext>
            </a:extLst>
          </p:cNvPr>
          <p:cNvCxnSpPr>
            <a:cxnSpLocks/>
            <a:stCxn id="14" idx="3"/>
            <a:endCxn id="31" idx="1"/>
          </p:cNvCxnSpPr>
          <p:nvPr/>
        </p:nvCxnSpPr>
        <p:spPr>
          <a:xfrm>
            <a:off x="5180460" y="2136558"/>
            <a:ext cx="3263947" cy="0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60">
            <a:extLst>
              <a:ext uri="{FF2B5EF4-FFF2-40B4-BE49-F238E27FC236}">
                <a16:creationId xmlns:a16="http://schemas.microsoft.com/office/drawing/2014/main" id="{971D34D9-1BA9-F5B5-2830-2D0056B1D795}"/>
              </a:ext>
            </a:extLst>
          </p:cNvPr>
          <p:cNvCxnSpPr>
            <a:cxnSpLocks/>
            <a:endCxn id="32" idx="1"/>
          </p:cNvCxnSpPr>
          <p:nvPr/>
        </p:nvCxnSpPr>
        <p:spPr>
          <a:xfrm>
            <a:off x="5363306" y="2716850"/>
            <a:ext cx="3081101" cy="0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63">
            <a:extLst>
              <a:ext uri="{FF2B5EF4-FFF2-40B4-BE49-F238E27FC236}">
                <a16:creationId xmlns:a16="http://schemas.microsoft.com/office/drawing/2014/main" id="{5B25DC1F-6222-F7D3-DE6E-9C1A3E66E66E}"/>
              </a:ext>
            </a:extLst>
          </p:cNvPr>
          <p:cNvCxnSpPr>
            <a:cxnSpLocks/>
            <a:stCxn id="16" idx="3"/>
            <a:endCxn id="33" idx="1"/>
          </p:cNvCxnSpPr>
          <p:nvPr/>
        </p:nvCxnSpPr>
        <p:spPr>
          <a:xfrm flipV="1">
            <a:off x="6841171" y="3297142"/>
            <a:ext cx="1603236" cy="1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66">
            <a:extLst>
              <a:ext uri="{FF2B5EF4-FFF2-40B4-BE49-F238E27FC236}">
                <a16:creationId xmlns:a16="http://schemas.microsoft.com/office/drawing/2014/main" id="{9D0884E7-8AA3-92A0-97E5-658127DFD4FB}"/>
              </a:ext>
            </a:extLst>
          </p:cNvPr>
          <p:cNvCxnSpPr>
            <a:cxnSpLocks/>
            <a:stCxn id="17" idx="3"/>
            <a:endCxn id="34" idx="1"/>
          </p:cNvCxnSpPr>
          <p:nvPr/>
        </p:nvCxnSpPr>
        <p:spPr>
          <a:xfrm>
            <a:off x="5180460" y="3877434"/>
            <a:ext cx="3263947" cy="0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72">
            <a:extLst>
              <a:ext uri="{FF2B5EF4-FFF2-40B4-BE49-F238E27FC236}">
                <a16:creationId xmlns:a16="http://schemas.microsoft.com/office/drawing/2014/main" id="{8023461F-C77A-6455-17B6-22E8AD97FC5F}"/>
              </a:ext>
            </a:extLst>
          </p:cNvPr>
          <p:cNvCxnSpPr>
            <a:cxnSpLocks/>
            <a:stCxn id="18" idx="3"/>
            <a:endCxn id="35" idx="1"/>
          </p:cNvCxnSpPr>
          <p:nvPr/>
        </p:nvCxnSpPr>
        <p:spPr>
          <a:xfrm>
            <a:off x="7947243" y="4457726"/>
            <a:ext cx="497164" cy="0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77">
            <a:extLst>
              <a:ext uri="{FF2B5EF4-FFF2-40B4-BE49-F238E27FC236}">
                <a16:creationId xmlns:a16="http://schemas.microsoft.com/office/drawing/2014/main" id="{46D5B397-E6D7-83A3-8BF7-0B0E7290E555}"/>
              </a:ext>
            </a:extLst>
          </p:cNvPr>
          <p:cNvCxnSpPr>
            <a:cxnSpLocks/>
            <a:stCxn id="19" idx="3"/>
            <a:endCxn id="36" idx="1"/>
          </p:cNvCxnSpPr>
          <p:nvPr/>
        </p:nvCxnSpPr>
        <p:spPr>
          <a:xfrm>
            <a:off x="6286532" y="5038018"/>
            <a:ext cx="2157875" cy="0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箭號: 向上 80">
            <a:extLst>
              <a:ext uri="{FF2B5EF4-FFF2-40B4-BE49-F238E27FC236}">
                <a16:creationId xmlns:a16="http://schemas.microsoft.com/office/drawing/2014/main" id="{0387FB50-17CC-69FD-98B5-236045D5B61D}"/>
              </a:ext>
            </a:extLst>
          </p:cNvPr>
          <p:cNvSpPr/>
          <p:nvPr/>
        </p:nvSpPr>
        <p:spPr>
          <a:xfrm>
            <a:off x="3007631" y="5372157"/>
            <a:ext cx="439616" cy="386806"/>
          </a:xfrm>
          <a:prstGeom prst="up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文字方塊 81">
            <a:extLst>
              <a:ext uri="{FF2B5EF4-FFF2-40B4-BE49-F238E27FC236}">
                <a16:creationId xmlns:a16="http://schemas.microsoft.com/office/drawing/2014/main" id="{3764CF4F-A595-5118-C971-B4BC5B560BB2}"/>
              </a:ext>
            </a:extLst>
          </p:cNvPr>
          <p:cNvSpPr txBox="1"/>
          <p:nvPr/>
        </p:nvSpPr>
        <p:spPr>
          <a:xfrm>
            <a:off x="1939307" y="5802975"/>
            <a:ext cx="250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陣列內陣列個數：</a:t>
            </a:r>
            <a:r>
              <a:rPr lang="en-US" altLang="zh-TW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7</a:t>
            </a:r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個</a:t>
            </a:r>
          </a:p>
        </p:txBody>
      </p:sp>
      <p:sp>
        <p:nvSpPr>
          <p:cNvPr id="45" name="箭號: 向上 82">
            <a:extLst>
              <a:ext uri="{FF2B5EF4-FFF2-40B4-BE49-F238E27FC236}">
                <a16:creationId xmlns:a16="http://schemas.microsoft.com/office/drawing/2014/main" id="{846ED376-CDFA-F388-7739-7D3C03A92917}"/>
              </a:ext>
            </a:extLst>
          </p:cNvPr>
          <p:cNvSpPr/>
          <p:nvPr/>
        </p:nvSpPr>
        <p:spPr>
          <a:xfrm>
            <a:off x="8444407" y="5372157"/>
            <a:ext cx="439616" cy="386806"/>
          </a:xfrm>
          <a:prstGeom prst="upArrow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accent4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6" name="文字方塊 83">
            <a:extLst>
              <a:ext uri="{FF2B5EF4-FFF2-40B4-BE49-F238E27FC236}">
                <a16:creationId xmlns:a16="http://schemas.microsoft.com/office/drawing/2014/main" id="{ED229977-340D-B0B6-8AB1-5961C6F6ADD0}"/>
              </a:ext>
            </a:extLst>
          </p:cNvPr>
          <p:cNvSpPr txBox="1"/>
          <p:nvPr/>
        </p:nvSpPr>
        <p:spPr>
          <a:xfrm>
            <a:off x="7071471" y="5802975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chemeClr val="accent4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陣列內每一陣列中的元素個數</a:t>
            </a:r>
          </a:p>
        </p:txBody>
      </p:sp>
      <p:sp>
        <p:nvSpPr>
          <p:cNvPr id="47" name="文字方塊 85">
            <a:extLst>
              <a:ext uri="{FF2B5EF4-FFF2-40B4-BE49-F238E27FC236}">
                <a16:creationId xmlns:a16="http://schemas.microsoft.com/office/drawing/2014/main" id="{CBDA6ED4-FF9C-B4D3-B9E8-48191E3BBF33}"/>
              </a:ext>
            </a:extLst>
          </p:cNvPr>
          <p:cNvSpPr txBox="1"/>
          <p:nvPr/>
        </p:nvSpPr>
        <p:spPr>
          <a:xfrm>
            <a:off x="2324919" y="6154587"/>
            <a:ext cx="1805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標楷體" panose="03000509000000000000" pitchFamily="65" charset="-120"/>
                <a:cs typeface="Times New Roman" panose="02020603050405020304" pitchFamily="18" charset="0"/>
              </a:rPr>
              <a:t>length(</a:t>
            </a:r>
            <a:r>
              <a:rPr lang="zh-TW" altLang="en-US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標楷體" panose="03000509000000000000" pitchFamily="65" charset="-120"/>
                <a:cs typeface="Times New Roman" panose="02020603050405020304" pitchFamily="18" charset="0"/>
              </a:rPr>
              <a:t>陣列</a:t>
            </a:r>
            <a:r>
              <a:rPr lang="en-US" altLang="zh-TW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b="1" dirty="0"/>
          </a:p>
        </p:txBody>
      </p:sp>
      <p:sp>
        <p:nvSpPr>
          <p:cNvPr id="48" name="文字方塊 88">
            <a:extLst>
              <a:ext uri="{FF2B5EF4-FFF2-40B4-BE49-F238E27FC236}">
                <a16:creationId xmlns:a16="http://schemas.microsoft.com/office/drawing/2014/main" id="{7A55A224-38FD-ACD9-53D0-C2B80DFBBAFA}"/>
              </a:ext>
            </a:extLst>
          </p:cNvPr>
          <p:cNvSpPr txBox="1"/>
          <p:nvPr/>
        </p:nvSpPr>
        <p:spPr>
          <a:xfrm>
            <a:off x="7761694" y="6154587"/>
            <a:ext cx="1805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標楷體" panose="03000509000000000000" pitchFamily="65" charset="-120"/>
                <a:cs typeface="Times New Roman" panose="02020603050405020304" pitchFamily="18" charset="0"/>
              </a:rPr>
              <a:t>lengths(</a:t>
            </a:r>
            <a:r>
              <a:rPr lang="zh-TW" altLang="en-US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標楷體" panose="03000509000000000000" pitchFamily="65" charset="-120"/>
                <a:cs typeface="Times New Roman" panose="02020603050405020304" pitchFamily="18" charset="0"/>
              </a:rPr>
              <a:t>陣列</a:t>
            </a:r>
            <a:r>
              <a:rPr lang="en-US" altLang="zh-TW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3018927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Rectangle 183">
            <a:extLst>
              <a:ext uri="{FF2B5EF4-FFF2-40B4-BE49-F238E27FC236}">
                <a16:creationId xmlns:a16="http://schemas.microsoft.com/office/drawing/2014/main" id="{4DDC243C-20D0-404A-3BC4-B1A9BA664E05}"/>
              </a:ext>
            </a:extLst>
          </p:cNvPr>
          <p:cNvSpPr/>
          <p:nvPr/>
        </p:nvSpPr>
        <p:spPr>
          <a:xfrm>
            <a:off x="6498381" y="7441933"/>
            <a:ext cx="350196" cy="5058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19C9ED2B-F24E-D4EF-A45C-861D90073666}"/>
              </a:ext>
            </a:extLst>
          </p:cNvPr>
          <p:cNvSpPr/>
          <p:nvPr/>
        </p:nvSpPr>
        <p:spPr>
          <a:xfrm>
            <a:off x="6848577" y="7441933"/>
            <a:ext cx="350196" cy="505838"/>
          </a:xfrm>
          <a:prstGeom prst="rect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F7613E82-43C0-648F-3ADF-51540620D432}"/>
              </a:ext>
            </a:extLst>
          </p:cNvPr>
          <p:cNvSpPr/>
          <p:nvPr/>
        </p:nvSpPr>
        <p:spPr>
          <a:xfrm>
            <a:off x="7198773" y="7441933"/>
            <a:ext cx="350196" cy="505838"/>
          </a:xfrm>
          <a:prstGeom prst="rect">
            <a:avLst/>
          </a:prstGeom>
          <a:solidFill>
            <a:srgbClr val="E1CC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E4CFCD7B-C8FB-32BF-D5F4-0E4A1838FD5F}"/>
              </a:ext>
            </a:extLst>
          </p:cNvPr>
          <p:cNvCxnSpPr>
            <a:cxnSpLocks/>
          </p:cNvCxnSpPr>
          <p:nvPr/>
        </p:nvCxnSpPr>
        <p:spPr>
          <a:xfrm>
            <a:off x="7725325" y="7712736"/>
            <a:ext cx="597590" cy="0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Rectangle 187">
            <a:extLst>
              <a:ext uri="{FF2B5EF4-FFF2-40B4-BE49-F238E27FC236}">
                <a16:creationId xmlns:a16="http://schemas.microsoft.com/office/drawing/2014/main" id="{F3A6EC17-FFF5-C8E8-DBB0-F71245A3A7F3}"/>
              </a:ext>
            </a:extLst>
          </p:cNvPr>
          <p:cNvSpPr/>
          <p:nvPr/>
        </p:nvSpPr>
        <p:spPr>
          <a:xfrm>
            <a:off x="7864645" y="7366685"/>
            <a:ext cx="195142" cy="280599"/>
          </a:xfrm>
          <a:prstGeom prst="rect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D44E73BF-115B-E062-48F1-44DDE5F8AAD2}"/>
              </a:ext>
            </a:extLst>
          </p:cNvPr>
          <p:cNvSpPr txBox="1"/>
          <p:nvPr/>
        </p:nvSpPr>
        <p:spPr>
          <a:xfrm>
            <a:off x="8473041" y="7366685"/>
            <a:ext cx="12161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endParaRPr lang="en-GB" sz="3200" b="1" dirty="0">
              <a:solidFill>
                <a:schemeClr val="tx1">
                  <a:lumMod val="50000"/>
                  <a:lumOff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D4FF4E07-7D9A-1242-6CB5-E9D419F68F0E}"/>
              </a:ext>
            </a:extLst>
          </p:cNvPr>
          <p:cNvSpPr/>
          <p:nvPr/>
        </p:nvSpPr>
        <p:spPr>
          <a:xfrm>
            <a:off x="5797989" y="7441933"/>
            <a:ext cx="350196" cy="5058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AE5CEE8E-D761-196B-870A-17FDF33065F5}"/>
              </a:ext>
            </a:extLst>
          </p:cNvPr>
          <p:cNvSpPr/>
          <p:nvPr/>
        </p:nvSpPr>
        <p:spPr>
          <a:xfrm>
            <a:off x="5447793" y="7441933"/>
            <a:ext cx="350196" cy="505838"/>
          </a:xfrm>
          <a:prstGeom prst="rect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B23BB9F2-CCE3-72A8-75C0-A03F00A22B5A}"/>
              </a:ext>
            </a:extLst>
          </p:cNvPr>
          <p:cNvSpPr/>
          <p:nvPr/>
        </p:nvSpPr>
        <p:spPr>
          <a:xfrm>
            <a:off x="6148185" y="7441933"/>
            <a:ext cx="350196" cy="505838"/>
          </a:xfrm>
          <a:prstGeom prst="rect">
            <a:avLst/>
          </a:prstGeom>
          <a:solidFill>
            <a:srgbClr val="E1CC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2A874CA1-0098-79F8-318D-129D103F2110}"/>
              </a:ext>
            </a:extLst>
          </p:cNvPr>
          <p:cNvSpPr/>
          <p:nvPr/>
        </p:nvSpPr>
        <p:spPr>
          <a:xfrm>
            <a:off x="4078567" y="7298326"/>
            <a:ext cx="6234557" cy="7214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866D82-FB6B-6829-EE60-62C17D395B3E}"/>
              </a:ext>
            </a:extLst>
          </p:cNvPr>
          <p:cNvSpPr/>
          <p:nvPr/>
        </p:nvSpPr>
        <p:spPr>
          <a:xfrm>
            <a:off x="-1939474" y="260727"/>
            <a:ext cx="350196" cy="505838"/>
          </a:xfrm>
          <a:prstGeom prst="rect">
            <a:avLst/>
          </a:prstGeom>
          <a:solidFill>
            <a:srgbClr val="FFC1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333148-9A75-7C50-53E3-4211E70F149D}"/>
              </a:ext>
            </a:extLst>
          </p:cNvPr>
          <p:cNvSpPr/>
          <p:nvPr/>
        </p:nvSpPr>
        <p:spPr>
          <a:xfrm>
            <a:off x="-1589278" y="260727"/>
            <a:ext cx="350196" cy="505838"/>
          </a:xfrm>
          <a:prstGeom prst="rect">
            <a:avLst/>
          </a:prstGeom>
          <a:solidFill>
            <a:srgbClr val="F9D9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DB2926-1A0E-F31C-B268-71060086B489}"/>
              </a:ext>
            </a:extLst>
          </p:cNvPr>
          <p:cNvSpPr/>
          <p:nvPr/>
        </p:nvSpPr>
        <p:spPr>
          <a:xfrm>
            <a:off x="-1239082" y="260727"/>
            <a:ext cx="350196" cy="505838"/>
          </a:xfrm>
          <a:prstGeom prst="rect">
            <a:avLst/>
          </a:prstGeom>
          <a:solidFill>
            <a:srgbClr val="FFFB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63374D-FE12-4658-2DFB-15B73A5189EB}"/>
              </a:ext>
            </a:extLst>
          </p:cNvPr>
          <p:cNvSpPr/>
          <p:nvPr/>
        </p:nvSpPr>
        <p:spPr>
          <a:xfrm>
            <a:off x="-888886" y="260727"/>
            <a:ext cx="350196" cy="5058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EC5446-06D8-E285-EF72-DB2876617501}"/>
              </a:ext>
            </a:extLst>
          </p:cNvPr>
          <p:cNvSpPr/>
          <p:nvPr/>
        </p:nvSpPr>
        <p:spPr>
          <a:xfrm>
            <a:off x="-538690" y="260727"/>
            <a:ext cx="350196" cy="505838"/>
          </a:xfrm>
          <a:prstGeom prst="rect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69A798-EFDF-C698-FE39-F456578CBECE}"/>
              </a:ext>
            </a:extLst>
          </p:cNvPr>
          <p:cNvSpPr/>
          <p:nvPr/>
        </p:nvSpPr>
        <p:spPr>
          <a:xfrm>
            <a:off x="-188494" y="260727"/>
            <a:ext cx="350196" cy="505838"/>
          </a:xfrm>
          <a:prstGeom prst="rect">
            <a:avLst/>
          </a:prstGeom>
          <a:solidFill>
            <a:srgbClr val="E1CC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37B8DE-1BBB-448A-D21C-A084A002F75C}"/>
              </a:ext>
            </a:extLst>
          </p:cNvPr>
          <p:cNvSpPr/>
          <p:nvPr/>
        </p:nvSpPr>
        <p:spPr>
          <a:xfrm>
            <a:off x="-2472874" y="1370199"/>
            <a:ext cx="350196" cy="505838"/>
          </a:xfrm>
          <a:prstGeom prst="rect">
            <a:avLst/>
          </a:prstGeom>
          <a:solidFill>
            <a:srgbClr val="FFC1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A8CE99-8D0D-9AE8-CFC8-485CD7599BAE}"/>
              </a:ext>
            </a:extLst>
          </p:cNvPr>
          <p:cNvSpPr/>
          <p:nvPr/>
        </p:nvSpPr>
        <p:spPr>
          <a:xfrm>
            <a:off x="-2122678" y="1370199"/>
            <a:ext cx="350196" cy="505838"/>
          </a:xfrm>
          <a:prstGeom prst="rect">
            <a:avLst/>
          </a:prstGeom>
          <a:solidFill>
            <a:srgbClr val="F9D9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28D3EB7-ED60-695C-D31C-ECC9306438B4}"/>
              </a:ext>
            </a:extLst>
          </p:cNvPr>
          <p:cNvSpPr/>
          <p:nvPr/>
        </p:nvSpPr>
        <p:spPr>
          <a:xfrm>
            <a:off x="-1414180" y="1370199"/>
            <a:ext cx="350196" cy="505838"/>
          </a:xfrm>
          <a:prstGeom prst="rect">
            <a:avLst/>
          </a:prstGeom>
          <a:solidFill>
            <a:srgbClr val="FFFB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5FCAEB4-2A57-D769-097A-12CAAF0CE547}"/>
              </a:ext>
            </a:extLst>
          </p:cNvPr>
          <p:cNvSpPr/>
          <p:nvPr/>
        </p:nvSpPr>
        <p:spPr>
          <a:xfrm>
            <a:off x="-1063984" y="1370199"/>
            <a:ext cx="350196" cy="5058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5B57D4B-8BE4-28C3-942A-314E2AFA5964}"/>
              </a:ext>
            </a:extLst>
          </p:cNvPr>
          <p:cNvSpPr/>
          <p:nvPr/>
        </p:nvSpPr>
        <p:spPr>
          <a:xfrm>
            <a:off x="-713788" y="1370199"/>
            <a:ext cx="350196" cy="505838"/>
          </a:xfrm>
          <a:prstGeom prst="rect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1EB4276-10A3-B124-6402-0F73562CA72E}"/>
              </a:ext>
            </a:extLst>
          </p:cNvPr>
          <p:cNvSpPr/>
          <p:nvPr/>
        </p:nvSpPr>
        <p:spPr>
          <a:xfrm>
            <a:off x="-363592" y="1370199"/>
            <a:ext cx="350196" cy="505838"/>
          </a:xfrm>
          <a:prstGeom prst="rect">
            <a:avLst/>
          </a:prstGeom>
          <a:solidFill>
            <a:srgbClr val="E1CC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8EDC1B3-2EC0-BFE0-0A09-75537EBFF7C4}"/>
              </a:ext>
            </a:extLst>
          </p:cNvPr>
          <p:cNvSpPr/>
          <p:nvPr/>
        </p:nvSpPr>
        <p:spPr>
          <a:xfrm>
            <a:off x="934390" y="1370199"/>
            <a:ext cx="350196" cy="505838"/>
          </a:xfrm>
          <a:prstGeom prst="rect">
            <a:avLst/>
          </a:prstGeom>
          <a:solidFill>
            <a:srgbClr val="FFC1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A7524FC-3A0D-9403-F174-A1068F2DD417}"/>
              </a:ext>
            </a:extLst>
          </p:cNvPr>
          <p:cNvSpPr/>
          <p:nvPr/>
        </p:nvSpPr>
        <p:spPr>
          <a:xfrm>
            <a:off x="1284586" y="1370199"/>
            <a:ext cx="350196" cy="505838"/>
          </a:xfrm>
          <a:prstGeom prst="rect">
            <a:avLst/>
          </a:prstGeom>
          <a:solidFill>
            <a:srgbClr val="F9D9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47693B9-A0C3-C22C-24C2-95D6053F79A0}"/>
              </a:ext>
            </a:extLst>
          </p:cNvPr>
          <p:cNvSpPr/>
          <p:nvPr/>
        </p:nvSpPr>
        <p:spPr>
          <a:xfrm>
            <a:off x="1984978" y="1370199"/>
            <a:ext cx="350196" cy="5058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C5BD9CD-7FAA-3A29-4A65-CAEDD4259CD6}"/>
              </a:ext>
            </a:extLst>
          </p:cNvPr>
          <p:cNvSpPr/>
          <p:nvPr/>
        </p:nvSpPr>
        <p:spPr>
          <a:xfrm>
            <a:off x="2335174" y="1370199"/>
            <a:ext cx="350196" cy="505838"/>
          </a:xfrm>
          <a:prstGeom prst="rect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56C121E-352F-CB0F-6084-A242B4A58113}"/>
              </a:ext>
            </a:extLst>
          </p:cNvPr>
          <p:cNvSpPr/>
          <p:nvPr/>
        </p:nvSpPr>
        <p:spPr>
          <a:xfrm>
            <a:off x="2685370" y="1370199"/>
            <a:ext cx="350196" cy="505838"/>
          </a:xfrm>
          <a:prstGeom prst="rect">
            <a:avLst/>
          </a:prstGeom>
          <a:solidFill>
            <a:srgbClr val="E1CC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D8B8F90-0564-D5BA-A6DA-9F990A7A4450}"/>
              </a:ext>
            </a:extLst>
          </p:cNvPr>
          <p:cNvSpPr/>
          <p:nvPr/>
        </p:nvSpPr>
        <p:spPr>
          <a:xfrm>
            <a:off x="1809880" y="1370199"/>
            <a:ext cx="350196" cy="505838"/>
          </a:xfrm>
          <a:prstGeom prst="rect">
            <a:avLst/>
          </a:prstGeom>
          <a:solidFill>
            <a:srgbClr val="FFFB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C463201-BAD3-239C-7E72-FAB33BC55BC0}"/>
              </a:ext>
            </a:extLst>
          </p:cNvPr>
          <p:cNvSpPr/>
          <p:nvPr/>
        </p:nvSpPr>
        <p:spPr>
          <a:xfrm>
            <a:off x="2160076" y="1370199"/>
            <a:ext cx="350196" cy="5058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7B09CD0-95D9-6EEC-C753-20E24DCEBE4C}"/>
              </a:ext>
            </a:extLst>
          </p:cNvPr>
          <p:cNvSpPr/>
          <p:nvPr/>
        </p:nvSpPr>
        <p:spPr>
          <a:xfrm>
            <a:off x="2510272" y="1370199"/>
            <a:ext cx="350196" cy="505838"/>
          </a:xfrm>
          <a:prstGeom prst="rect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C3C5225-1F3C-10C6-7C6E-2477B7A4E096}"/>
              </a:ext>
            </a:extLst>
          </p:cNvPr>
          <p:cNvSpPr/>
          <p:nvPr/>
        </p:nvSpPr>
        <p:spPr>
          <a:xfrm>
            <a:off x="2860468" y="1370199"/>
            <a:ext cx="350196" cy="505838"/>
          </a:xfrm>
          <a:prstGeom prst="rect">
            <a:avLst/>
          </a:prstGeom>
          <a:solidFill>
            <a:srgbClr val="E1CC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0C8492F-5CF3-5F18-2D51-3FEC4CBDBBD9}"/>
              </a:ext>
            </a:extLst>
          </p:cNvPr>
          <p:cNvSpPr txBox="1"/>
          <p:nvPr/>
        </p:nvSpPr>
        <p:spPr>
          <a:xfrm>
            <a:off x="-1881276" y="1269175"/>
            <a:ext cx="5677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188A9DE-0DCA-7960-7047-0D45167679E1}"/>
              </a:ext>
            </a:extLst>
          </p:cNvPr>
          <p:cNvSpPr/>
          <p:nvPr/>
        </p:nvSpPr>
        <p:spPr>
          <a:xfrm>
            <a:off x="-2472874" y="2327776"/>
            <a:ext cx="350196" cy="505838"/>
          </a:xfrm>
          <a:prstGeom prst="rect">
            <a:avLst/>
          </a:prstGeom>
          <a:solidFill>
            <a:srgbClr val="FFC1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92CA342-8013-F283-9BF2-F5521A073995}"/>
              </a:ext>
            </a:extLst>
          </p:cNvPr>
          <p:cNvSpPr/>
          <p:nvPr/>
        </p:nvSpPr>
        <p:spPr>
          <a:xfrm>
            <a:off x="-2122678" y="2327776"/>
            <a:ext cx="350196" cy="505838"/>
          </a:xfrm>
          <a:prstGeom prst="rect">
            <a:avLst/>
          </a:prstGeom>
          <a:solidFill>
            <a:srgbClr val="F9D9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EEB7722-95D9-A5BC-F456-4F5A6B735480}"/>
              </a:ext>
            </a:extLst>
          </p:cNvPr>
          <p:cNvSpPr/>
          <p:nvPr/>
        </p:nvSpPr>
        <p:spPr>
          <a:xfrm>
            <a:off x="-1414180" y="2327776"/>
            <a:ext cx="350196" cy="505838"/>
          </a:xfrm>
          <a:prstGeom prst="rect">
            <a:avLst/>
          </a:prstGeom>
          <a:solidFill>
            <a:srgbClr val="FFFB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8337CE3-A04B-9158-CF80-0ADFE9168627}"/>
              </a:ext>
            </a:extLst>
          </p:cNvPr>
          <p:cNvSpPr/>
          <p:nvPr/>
        </p:nvSpPr>
        <p:spPr>
          <a:xfrm>
            <a:off x="-1063984" y="2327776"/>
            <a:ext cx="350196" cy="5058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FDAB236-82F4-6204-F909-7F9B8324BA25}"/>
              </a:ext>
            </a:extLst>
          </p:cNvPr>
          <p:cNvSpPr/>
          <p:nvPr/>
        </p:nvSpPr>
        <p:spPr>
          <a:xfrm>
            <a:off x="-713788" y="2327776"/>
            <a:ext cx="350196" cy="505838"/>
          </a:xfrm>
          <a:prstGeom prst="rect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6E47CEB-F143-C3DB-AB35-13F10309624B}"/>
              </a:ext>
            </a:extLst>
          </p:cNvPr>
          <p:cNvSpPr/>
          <p:nvPr/>
        </p:nvSpPr>
        <p:spPr>
          <a:xfrm>
            <a:off x="-363592" y="2327776"/>
            <a:ext cx="350196" cy="505838"/>
          </a:xfrm>
          <a:prstGeom prst="rect">
            <a:avLst/>
          </a:prstGeom>
          <a:solidFill>
            <a:srgbClr val="E1CC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11963DE-7A65-57D2-81D3-EA7C3DFFCDF1}"/>
              </a:ext>
            </a:extLst>
          </p:cNvPr>
          <p:cNvSpPr/>
          <p:nvPr/>
        </p:nvSpPr>
        <p:spPr>
          <a:xfrm>
            <a:off x="934390" y="2327776"/>
            <a:ext cx="350196" cy="505838"/>
          </a:xfrm>
          <a:prstGeom prst="rect">
            <a:avLst/>
          </a:prstGeom>
          <a:solidFill>
            <a:srgbClr val="FFC1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4DEC062-7F2B-BD2B-5148-0E89F2BCCB9D}"/>
              </a:ext>
            </a:extLst>
          </p:cNvPr>
          <p:cNvSpPr/>
          <p:nvPr/>
        </p:nvSpPr>
        <p:spPr>
          <a:xfrm>
            <a:off x="1284586" y="2327776"/>
            <a:ext cx="350196" cy="505838"/>
          </a:xfrm>
          <a:prstGeom prst="rect">
            <a:avLst/>
          </a:prstGeom>
          <a:solidFill>
            <a:srgbClr val="F9D9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35AD695-2FB4-0AEA-2B63-F841CA619B57}"/>
              </a:ext>
            </a:extLst>
          </p:cNvPr>
          <p:cNvSpPr/>
          <p:nvPr/>
        </p:nvSpPr>
        <p:spPr>
          <a:xfrm>
            <a:off x="1634782" y="2327776"/>
            <a:ext cx="350196" cy="5058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B012B94-21D3-E34D-F07C-7475B625D379}"/>
              </a:ext>
            </a:extLst>
          </p:cNvPr>
          <p:cNvSpPr/>
          <p:nvPr/>
        </p:nvSpPr>
        <p:spPr>
          <a:xfrm>
            <a:off x="1984978" y="2327776"/>
            <a:ext cx="350196" cy="505838"/>
          </a:xfrm>
          <a:prstGeom prst="rect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5694552-BCEC-7160-C5F7-0A832B7B0B55}"/>
              </a:ext>
            </a:extLst>
          </p:cNvPr>
          <p:cNvSpPr/>
          <p:nvPr/>
        </p:nvSpPr>
        <p:spPr>
          <a:xfrm>
            <a:off x="2335174" y="2327776"/>
            <a:ext cx="350196" cy="505838"/>
          </a:xfrm>
          <a:prstGeom prst="rect">
            <a:avLst/>
          </a:prstGeom>
          <a:solidFill>
            <a:srgbClr val="E1CC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A3BA016-1D48-423E-11C9-EFD67F84A4EB}"/>
              </a:ext>
            </a:extLst>
          </p:cNvPr>
          <p:cNvSpPr/>
          <p:nvPr/>
        </p:nvSpPr>
        <p:spPr>
          <a:xfrm>
            <a:off x="1634782" y="2327776"/>
            <a:ext cx="350196" cy="505838"/>
          </a:xfrm>
          <a:prstGeom prst="rect">
            <a:avLst/>
          </a:prstGeom>
          <a:solidFill>
            <a:srgbClr val="FFFB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8954EBE-8E15-5361-E847-AFE83FE863CC}"/>
              </a:ext>
            </a:extLst>
          </p:cNvPr>
          <p:cNvSpPr/>
          <p:nvPr/>
        </p:nvSpPr>
        <p:spPr>
          <a:xfrm>
            <a:off x="1984978" y="2327776"/>
            <a:ext cx="350196" cy="5058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B4A8ACE-BC46-5AD0-6AF4-21498C2CFC55}"/>
              </a:ext>
            </a:extLst>
          </p:cNvPr>
          <p:cNvSpPr/>
          <p:nvPr/>
        </p:nvSpPr>
        <p:spPr>
          <a:xfrm>
            <a:off x="2335174" y="2327776"/>
            <a:ext cx="350196" cy="505838"/>
          </a:xfrm>
          <a:prstGeom prst="rect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3C57CBD-A78A-389B-1913-2B9ED6479287}"/>
              </a:ext>
            </a:extLst>
          </p:cNvPr>
          <p:cNvSpPr/>
          <p:nvPr/>
        </p:nvSpPr>
        <p:spPr>
          <a:xfrm>
            <a:off x="2685370" y="2327776"/>
            <a:ext cx="350196" cy="505838"/>
          </a:xfrm>
          <a:prstGeom prst="rect">
            <a:avLst/>
          </a:prstGeom>
          <a:solidFill>
            <a:srgbClr val="E1CC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245B39E-5E76-7E23-46A3-2989C00EAC45}"/>
              </a:ext>
            </a:extLst>
          </p:cNvPr>
          <p:cNvSpPr txBox="1"/>
          <p:nvPr/>
        </p:nvSpPr>
        <p:spPr>
          <a:xfrm>
            <a:off x="-1881276" y="2226752"/>
            <a:ext cx="5677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380BD263-4A92-7620-8BD1-616A0AF17D42}"/>
              </a:ext>
            </a:extLst>
          </p:cNvPr>
          <p:cNvCxnSpPr>
            <a:cxnSpLocks/>
          </p:cNvCxnSpPr>
          <p:nvPr/>
        </p:nvCxnSpPr>
        <p:spPr>
          <a:xfrm>
            <a:off x="161702" y="1624300"/>
            <a:ext cx="597590" cy="0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A529C08-D7B0-C5A4-9A3B-5775FB893B3D}"/>
              </a:ext>
            </a:extLst>
          </p:cNvPr>
          <p:cNvCxnSpPr>
            <a:cxnSpLocks/>
          </p:cNvCxnSpPr>
          <p:nvPr/>
        </p:nvCxnSpPr>
        <p:spPr>
          <a:xfrm>
            <a:off x="161702" y="2614900"/>
            <a:ext cx="597590" cy="0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EC621187-8CA6-8325-80C7-8183D893A0CC}"/>
              </a:ext>
            </a:extLst>
          </p:cNvPr>
          <p:cNvSpPr txBox="1"/>
          <p:nvPr/>
        </p:nvSpPr>
        <p:spPr>
          <a:xfrm>
            <a:off x="934390" y="3115809"/>
            <a:ext cx="1233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ABC</a:t>
            </a:r>
            <a:endParaRPr lang="en-GB" sz="3600" b="1" dirty="0">
              <a:solidFill>
                <a:schemeClr val="tx1">
                  <a:lumMod val="50000"/>
                  <a:lumOff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26AC00A-8A20-0F8C-3F43-12AA91E7F462}"/>
              </a:ext>
            </a:extLst>
          </p:cNvPr>
          <p:cNvSpPr txBox="1"/>
          <p:nvPr/>
        </p:nvSpPr>
        <p:spPr>
          <a:xfrm>
            <a:off x="-933465" y="3115809"/>
            <a:ext cx="1233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abc</a:t>
            </a:r>
            <a:endParaRPr lang="en-GB" sz="3600" b="1" dirty="0">
              <a:solidFill>
                <a:schemeClr val="tx1">
                  <a:lumMod val="50000"/>
                  <a:lumOff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2ADF050-D0A6-F912-F606-E56AE439436A}"/>
              </a:ext>
            </a:extLst>
          </p:cNvPr>
          <p:cNvCxnSpPr>
            <a:cxnSpLocks/>
          </p:cNvCxnSpPr>
          <p:nvPr/>
        </p:nvCxnSpPr>
        <p:spPr>
          <a:xfrm>
            <a:off x="161702" y="3474320"/>
            <a:ext cx="597590" cy="0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500B35D3-3A74-BBC6-3339-04ADAE6CD1D0}"/>
              </a:ext>
            </a:extLst>
          </p:cNvPr>
          <p:cNvSpPr txBox="1"/>
          <p:nvPr/>
        </p:nvSpPr>
        <p:spPr>
          <a:xfrm>
            <a:off x="934390" y="3871338"/>
            <a:ext cx="1233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abc</a:t>
            </a:r>
            <a:endParaRPr lang="en-GB" altLang="zh-TW" sz="3600" b="1" dirty="0">
              <a:solidFill>
                <a:schemeClr val="tx1">
                  <a:lumMod val="50000"/>
                  <a:lumOff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39D24E3-F863-F58B-459E-5EBD3C07A69D}"/>
              </a:ext>
            </a:extLst>
          </p:cNvPr>
          <p:cNvSpPr txBox="1"/>
          <p:nvPr/>
        </p:nvSpPr>
        <p:spPr>
          <a:xfrm>
            <a:off x="-1063984" y="3871338"/>
            <a:ext cx="1233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ABC</a:t>
            </a:r>
            <a:endParaRPr lang="en-GB" altLang="zh-TW" sz="3600" b="1" dirty="0">
              <a:solidFill>
                <a:schemeClr val="tx1">
                  <a:lumMod val="50000"/>
                  <a:lumOff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1328EE1-7D93-7CE1-2973-6314BC38C86D}"/>
              </a:ext>
            </a:extLst>
          </p:cNvPr>
          <p:cNvCxnSpPr>
            <a:cxnSpLocks/>
          </p:cNvCxnSpPr>
          <p:nvPr/>
        </p:nvCxnSpPr>
        <p:spPr>
          <a:xfrm>
            <a:off x="161702" y="4229849"/>
            <a:ext cx="597590" cy="0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F03D613E-9CC4-10E1-91BA-D645AC6055B4}"/>
              </a:ext>
            </a:extLst>
          </p:cNvPr>
          <p:cNvSpPr/>
          <p:nvPr/>
        </p:nvSpPr>
        <p:spPr>
          <a:xfrm>
            <a:off x="-2472874" y="4761581"/>
            <a:ext cx="350196" cy="505838"/>
          </a:xfrm>
          <a:prstGeom prst="rect">
            <a:avLst/>
          </a:prstGeom>
          <a:solidFill>
            <a:srgbClr val="FFC1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E98AD20-340B-05C7-C573-18249FC103ED}"/>
              </a:ext>
            </a:extLst>
          </p:cNvPr>
          <p:cNvSpPr/>
          <p:nvPr/>
        </p:nvSpPr>
        <p:spPr>
          <a:xfrm>
            <a:off x="-2122678" y="4761581"/>
            <a:ext cx="350196" cy="505838"/>
          </a:xfrm>
          <a:prstGeom prst="rect">
            <a:avLst/>
          </a:prstGeom>
          <a:solidFill>
            <a:srgbClr val="F9D9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90D835E-4D9F-A567-81A5-5FE07C456984}"/>
              </a:ext>
            </a:extLst>
          </p:cNvPr>
          <p:cNvSpPr/>
          <p:nvPr/>
        </p:nvSpPr>
        <p:spPr>
          <a:xfrm>
            <a:off x="-1772482" y="4761581"/>
            <a:ext cx="350196" cy="505838"/>
          </a:xfrm>
          <a:prstGeom prst="rect">
            <a:avLst/>
          </a:prstGeom>
          <a:solidFill>
            <a:srgbClr val="FFFB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873056E2-6160-AC77-32C2-944C34F4BEFE}"/>
              </a:ext>
            </a:extLst>
          </p:cNvPr>
          <p:cNvSpPr/>
          <p:nvPr/>
        </p:nvSpPr>
        <p:spPr>
          <a:xfrm>
            <a:off x="-1422286" y="4761581"/>
            <a:ext cx="350196" cy="5058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0B4E198-19AC-9C81-26BC-19CCA0313524}"/>
              </a:ext>
            </a:extLst>
          </p:cNvPr>
          <p:cNvSpPr/>
          <p:nvPr/>
        </p:nvSpPr>
        <p:spPr>
          <a:xfrm>
            <a:off x="-1072090" y="4761581"/>
            <a:ext cx="350196" cy="505838"/>
          </a:xfrm>
          <a:prstGeom prst="rect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4AA6E98D-E717-1AB7-1FA4-92BF104EBDE2}"/>
              </a:ext>
            </a:extLst>
          </p:cNvPr>
          <p:cNvSpPr/>
          <p:nvPr/>
        </p:nvSpPr>
        <p:spPr>
          <a:xfrm>
            <a:off x="-721894" y="4761581"/>
            <a:ext cx="350196" cy="505838"/>
          </a:xfrm>
          <a:prstGeom prst="rect">
            <a:avLst/>
          </a:prstGeom>
          <a:solidFill>
            <a:srgbClr val="E1CC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D149957C-BA7C-F275-CE78-E91BAA1EAFF1}"/>
              </a:ext>
            </a:extLst>
          </p:cNvPr>
          <p:cNvCxnSpPr>
            <a:cxnSpLocks/>
          </p:cNvCxnSpPr>
          <p:nvPr/>
        </p:nvCxnSpPr>
        <p:spPr>
          <a:xfrm>
            <a:off x="161702" y="5028502"/>
            <a:ext cx="597590" cy="0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D61E182E-B5EC-055B-8112-9A6EF5A70ACD}"/>
              </a:ext>
            </a:extLst>
          </p:cNvPr>
          <p:cNvCxnSpPr>
            <a:cxnSpLocks/>
          </p:cNvCxnSpPr>
          <p:nvPr/>
        </p:nvCxnSpPr>
        <p:spPr>
          <a:xfrm>
            <a:off x="-719883" y="4650992"/>
            <a:ext cx="0" cy="755020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7C8CA633-158F-9FC3-E4CC-E8F4731F32E9}"/>
              </a:ext>
            </a:extLst>
          </p:cNvPr>
          <p:cNvCxnSpPr>
            <a:cxnSpLocks/>
          </p:cNvCxnSpPr>
          <p:nvPr/>
        </p:nvCxnSpPr>
        <p:spPr>
          <a:xfrm>
            <a:off x="-1782618" y="4650992"/>
            <a:ext cx="0" cy="755020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5045BDDB-AD5B-35B0-7076-9D5AF141E07E}"/>
              </a:ext>
            </a:extLst>
          </p:cNvPr>
          <p:cNvSpPr/>
          <p:nvPr/>
        </p:nvSpPr>
        <p:spPr>
          <a:xfrm>
            <a:off x="934390" y="4761581"/>
            <a:ext cx="350196" cy="505838"/>
          </a:xfrm>
          <a:prstGeom prst="rect">
            <a:avLst/>
          </a:prstGeom>
          <a:solidFill>
            <a:srgbClr val="FFFB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FFEBB87D-7364-74DA-761F-093A9DF661C8}"/>
              </a:ext>
            </a:extLst>
          </p:cNvPr>
          <p:cNvSpPr/>
          <p:nvPr/>
        </p:nvSpPr>
        <p:spPr>
          <a:xfrm>
            <a:off x="1284586" y="4761581"/>
            <a:ext cx="350196" cy="5058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9797F43A-3FBE-7E15-12D1-5B22CC6307EB}"/>
              </a:ext>
            </a:extLst>
          </p:cNvPr>
          <p:cNvSpPr/>
          <p:nvPr/>
        </p:nvSpPr>
        <p:spPr>
          <a:xfrm>
            <a:off x="1634782" y="4761581"/>
            <a:ext cx="350196" cy="505838"/>
          </a:xfrm>
          <a:prstGeom prst="rect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277A02CE-F1ED-61C7-BD19-F399F25093FC}"/>
              </a:ext>
            </a:extLst>
          </p:cNvPr>
          <p:cNvSpPr/>
          <p:nvPr/>
        </p:nvSpPr>
        <p:spPr>
          <a:xfrm>
            <a:off x="-1414180" y="5580805"/>
            <a:ext cx="350196" cy="505838"/>
          </a:xfrm>
          <a:prstGeom prst="rect">
            <a:avLst/>
          </a:prstGeom>
          <a:solidFill>
            <a:srgbClr val="FFFB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2C67B5B-A95D-E063-12B5-507BC7278469}"/>
              </a:ext>
            </a:extLst>
          </p:cNvPr>
          <p:cNvSpPr/>
          <p:nvPr/>
        </p:nvSpPr>
        <p:spPr>
          <a:xfrm>
            <a:off x="-1063984" y="5580805"/>
            <a:ext cx="350196" cy="5058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03A4A3B-B4CF-B4B2-2446-5DC47FE387DF}"/>
              </a:ext>
            </a:extLst>
          </p:cNvPr>
          <p:cNvSpPr/>
          <p:nvPr/>
        </p:nvSpPr>
        <p:spPr>
          <a:xfrm>
            <a:off x="-713788" y="5580805"/>
            <a:ext cx="350196" cy="505838"/>
          </a:xfrm>
          <a:prstGeom prst="rect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B0F803E2-81B0-4262-8F07-7EE81A600424}"/>
              </a:ext>
            </a:extLst>
          </p:cNvPr>
          <p:cNvSpPr/>
          <p:nvPr/>
        </p:nvSpPr>
        <p:spPr>
          <a:xfrm>
            <a:off x="-363592" y="5580805"/>
            <a:ext cx="350196" cy="505838"/>
          </a:xfrm>
          <a:prstGeom prst="rect">
            <a:avLst/>
          </a:prstGeom>
          <a:solidFill>
            <a:srgbClr val="E1CC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659A6515-8186-AEA1-104F-18E73E65E20F}"/>
              </a:ext>
            </a:extLst>
          </p:cNvPr>
          <p:cNvCxnSpPr>
            <a:cxnSpLocks/>
          </p:cNvCxnSpPr>
          <p:nvPr/>
        </p:nvCxnSpPr>
        <p:spPr>
          <a:xfrm>
            <a:off x="161702" y="5867929"/>
            <a:ext cx="597590" cy="0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angle 85">
            <a:extLst>
              <a:ext uri="{FF2B5EF4-FFF2-40B4-BE49-F238E27FC236}">
                <a16:creationId xmlns:a16="http://schemas.microsoft.com/office/drawing/2014/main" id="{32070911-3829-AF6E-A3D1-A6C3B2B4D541}"/>
              </a:ext>
            </a:extLst>
          </p:cNvPr>
          <p:cNvSpPr/>
          <p:nvPr/>
        </p:nvSpPr>
        <p:spPr>
          <a:xfrm>
            <a:off x="934390" y="5580805"/>
            <a:ext cx="350196" cy="505838"/>
          </a:xfrm>
          <a:prstGeom prst="rect">
            <a:avLst/>
          </a:prstGeom>
          <a:solidFill>
            <a:srgbClr val="FFFB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6A603837-7734-9D02-084F-A697E56F4B92}"/>
              </a:ext>
            </a:extLst>
          </p:cNvPr>
          <p:cNvSpPr/>
          <p:nvPr/>
        </p:nvSpPr>
        <p:spPr>
          <a:xfrm>
            <a:off x="1531980" y="5580805"/>
            <a:ext cx="350196" cy="5058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ACE82297-D645-97F6-8DCA-53ECCDA127C9}"/>
              </a:ext>
            </a:extLst>
          </p:cNvPr>
          <p:cNvSpPr/>
          <p:nvPr/>
        </p:nvSpPr>
        <p:spPr>
          <a:xfrm>
            <a:off x="2129570" y="5580805"/>
            <a:ext cx="350196" cy="505838"/>
          </a:xfrm>
          <a:prstGeom prst="rect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774A5C1-CC30-E528-77E6-D62CD8673207}"/>
              </a:ext>
            </a:extLst>
          </p:cNvPr>
          <p:cNvSpPr/>
          <p:nvPr/>
        </p:nvSpPr>
        <p:spPr>
          <a:xfrm>
            <a:off x="2727160" y="5580805"/>
            <a:ext cx="350196" cy="505838"/>
          </a:xfrm>
          <a:prstGeom prst="rect">
            <a:avLst/>
          </a:prstGeom>
          <a:solidFill>
            <a:srgbClr val="E1CC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D2DF1F4-5499-C2AD-D79D-A101F9CAB637}"/>
              </a:ext>
            </a:extLst>
          </p:cNvPr>
          <p:cNvSpPr txBox="1"/>
          <p:nvPr/>
        </p:nvSpPr>
        <p:spPr>
          <a:xfrm>
            <a:off x="1561786" y="1322829"/>
            <a:ext cx="5677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9CFA6EF6-42E2-4AF6-6A7B-D43CB17B3863}"/>
              </a:ext>
            </a:extLst>
          </p:cNvPr>
          <p:cNvSpPr/>
          <p:nvPr/>
        </p:nvSpPr>
        <p:spPr>
          <a:xfrm>
            <a:off x="-2106466" y="6491520"/>
            <a:ext cx="350196" cy="505838"/>
          </a:xfrm>
          <a:prstGeom prst="rect">
            <a:avLst/>
          </a:prstGeom>
          <a:solidFill>
            <a:srgbClr val="FFC1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E673A9EB-F441-6909-2B46-6746FF0B4E88}"/>
              </a:ext>
            </a:extLst>
          </p:cNvPr>
          <p:cNvSpPr/>
          <p:nvPr/>
        </p:nvSpPr>
        <p:spPr>
          <a:xfrm>
            <a:off x="-1756270" y="6491520"/>
            <a:ext cx="350196" cy="505838"/>
          </a:xfrm>
          <a:prstGeom prst="rect">
            <a:avLst/>
          </a:prstGeom>
          <a:solidFill>
            <a:srgbClr val="F9D9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F30262E5-C8AD-D199-1E47-155D83B5697F}"/>
              </a:ext>
            </a:extLst>
          </p:cNvPr>
          <p:cNvSpPr/>
          <p:nvPr/>
        </p:nvSpPr>
        <p:spPr>
          <a:xfrm>
            <a:off x="-1406074" y="6491520"/>
            <a:ext cx="350196" cy="50583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B700F886-752F-E07F-07D1-0451C688B987}"/>
              </a:ext>
            </a:extLst>
          </p:cNvPr>
          <p:cNvSpPr/>
          <p:nvPr/>
        </p:nvSpPr>
        <p:spPr>
          <a:xfrm>
            <a:off x="-1055878" y="6491520"/>
            <a:ext cx="350196" cy="5058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007469E9-9D1B-355D-4C81-BB42F82D9D34}"/>
              </a:ext>
            </a:extLst>
          </p:cNvPr>
          <p:cNvSpPr/>
          <p:nvPr/>
        </p:nvSpPr>
        <p:spPr>
          <a:xfrm>
            <a:off x="-705682" y="6491520"/>
            <a:ext cx="350196" cy="505838"/>
          </a:xfrm>
          <a:prstGeom prst="rect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F19B3BB1-BD8D-408E-4362-6DD1FD1F6746}"/>
              </a:ext>
            </a:extLst>
          </p:cNvPr>
          <p:cNvSpPr/>
          <p:nvPr/>
        </p:nvSpPr>
        <p:spPr>
          <a:xfrm>
            <a:off x="-355486" y="6491520"/>
            <a:ext cx="350196" cy="505838"/>
          </a:xfrm>
          <a:prstGeom prst="rect">
            <a:avLst/>
          </a:prstGeom>
          <a:solidFill>
            <a:srgbClr val="E1CC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63DC28C3-CBF7-34E6-EE41-FD8A7EA809EA}"/>
              </a:ext>
            </a:extLst>
          </p:cNvPr>
          <p:cNvCxnSpPr>
            <a:cxnSpLocks/>
          </p:cNvCxnSpPr>
          <p:nvPr/>
        </p:nvCxnSpPr>
        <p:spPr>
          <a:xfrm>
            <a:off x="161702" y="6706129"/>
            <a:ext cx="597590" cy="0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ctangle 101">
            <a:extLst>
              <a:ext uri="{FF2B5EF4-FFF2-40B4-BE49-F238E27FC236}">
                <a16:creationId xmlns:a16="http://schemas.microsoft.com/office/drawing/2014/main" id="{E8EDEA9D-490F-BB4A-8A93-7D25FE081FAD}"/>
              </a:ext>
            </a:extLst>
          </p:cNvPr>
          <p:cNvSpPr/>
          <p:nvPr/>
        </p:nvSpPr>
        <p:spPr>
          <a:xfrm>
            <a:off x="934390" y="6491520"/>
            <a:ext cx="350196" cy="505838"/>
          </a:xfrm>
          <a:prstGeom prst="rect">
            <a:avLst/>
          </a:prstGeom>
          <a:solidFill>
            <a:srgbClr val="FFC1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62F369C4-ABA0-7B66-3A95-EB60F861E485}"/>
              </a:ext>
            </a:extLst>
          </p:cNvPr>
          <p:cNvSpPr/>
          <p:nvPr/>
        </p:nvSpPr>
        <p:spPr>
          <a:xfrm>
            <a:off x="1284586" y="6491520"/>
            <a:ext cx="350196" cy="505838"/>
          </a:xfrm>
          <a:prstGeom prst="rect">
            <a:avLst/>
          </a:prstGeom>
          <a:solidFill>
            <a:srgbClr val="F9D9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05CB50AA-C6E2-C122-1C49-FDD13DB9FF45}"/>
              </a:ext>
            </a:extLst>
          </p:cNvPr>
          <p:cNvSpPr/>
          <p:nvPr/>
        </p:nvSpPr>
        <p:spPr>
          <a:xfrm>
            <a:off x="1634782" y="6491520"/>
            <a:ext cx="350196" cy="505838"/>
          </a:xfrm>
          <a:prstGeom prst="rect">
            <a:avLst/>
          </a:prstGeom>
          <a:solidFill>
            <a:srgbClr val="FFFB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0E9A7966-DA85-6EBB-FC26-D3B7E7CC0224}"/>
              </a:ext>
            </a:extLst>
          </p:cNvPr>
          <p:cNvSpPr/>
          <p:nvPr/>
        </p:nvSpPr>
        <p:spPr>
          <a:xfrm>
            <a:off x="1984978" y="6491520"/>
            <a:ext cx="350196" cy="5058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45267FB7-BABB-6861-A3CE-1B78AE2DA77C}"/>
              </a:ext>
            </a:extLst>
          </p:cNvPr>
          <p:cNvSpPr/>
          <p:nvPr/>
        </p:nvSpPr>
        <p:spPr>
          <a:xfrm>
            <a:off x="2335174" y="6491520"/>
            <a:ext cx="350196" cy="505838"/>
          </a:xfrm>
          <a:prstGeom prst="rect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C0AAB632-9C89-1E74-A0BB-1A9BFB28111A}"/>
              </a:ext>
            </a:extLst>
          </p:cNvPr>
          <p:cNvSpPr/>
          <p:nvPr/>
        </p:nvSpPr>
        <p:spPr>
          <a:xfrm>
            <a:off x="2685370" y="6491520"/>
            <a:ext cx="350196" cy="505838"/>
          </a:xfrm>
          <a:prstGeom prst="rect">
            <a:avLst/>
          </a:prstGeom>
          <a:solidFill>
            <a:srgbClr val="E1CC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4F301C8E-AC62-5EC3-6918-D63886163A56}"/>
              </a:ext>
            </a:extLst>
          </p:cNvPr>
          <p:cNvSpPr/>
          <p:nvPr/>
        </p:nvSpPr>
        <p:spPr>
          <a:xfrm>
            <a:off x="5447793" y="472894"/>
            <a:ext cx="350196" cy="505838"/>
          </a:xfrm>
          <a:prstGeom prst="rect">
            <a:avLst/>
          </a:prstGeom>
          <a:solidFill>
            <a:srgbClr val="FFC1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AB97BB40-189F-DC98-990C-D69D670BC005}"/>
              </a:ext>
            </a:extLst>
          </p:cNvPr>
          <p:cNvSpPr/>
          <p:nvPr/>
        </p:nvSpPr>
        <p:spPr>
          <a:xfrm>
            <a:off x="5797989" y="472894"/>
            <a:ext cx="350196" cy="505838"/>
          </a:xfrm>
          <a:prstGeom prst="rect">
            <a:avLst/>
          </a:prstGeom>
          <a:solidFill>
            <a:srgbClr val="F9D9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4B52BDAC-E466-BF64-25AD-6636F89A6FD7}"/>
              </a:ext>
            </a:extLst>
          </p:cNvPr>
          <p:cNvSpPr/>
          <p:nvPr/>
        </p:nvSpPr>
        <p:spPr>
          <a:xfrm>
            <a:off x="6148185" y="472894"/>
            <a:ext cx="350196" cy="505838"/>
          </a:xfrm>
          <a:prstGeom prst="rect">
            <a:avLst/>
          </a:prstGeom>
          <a:solidFill>
            <a:srgbClr val="FFFB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3CF4D4EB-5454-0EFB-2784-62364BD44681}"/>
              </a:ext>
            </a:extLst>
          </p:cNvPr>
          <p:cNvSpPr/>
          <p:nvPr/>
        </p:nvSpPr>
        <p:spPr>
          <a:xfrm>
            <a:off x="6498381" y="472894"/>
            <a:ext cx="350196" cy="5058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A579A843-56E1-F3F7-55C3-1620416E3171}"/>
              </a:ext>
            </a:extLst>
          </p:cNvPr>
          <p:cNvSpPr/>
          <p:nvPr/>
        </p:nvSpPr>
        <p:spPr>
          <a:xfrm>
            <a:off x="6848577" y="472894"/>
            <a:ext cx="350196" cy="505838"/>
          </a:xfrm>
          <a:prstGeom prst="rect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94D19EBD-4ABA-4DBC-C1E5-BEE596D3A564}"/>
              </a:ext>
            </a:extLst>
          </p:cNvPr>
          <p:cNvSpPr/>
          <p:nvPr/>
        </p:nvSpPr>
        <p:spPr>
          <a:xfrm>
            <a:off x="7198773" y="472894"/>
            <a:ext cx="350196" cy="505838"/>
          </a:xfrm>
          <a:prstGeom prst="rect">
            <a:avLst/>
          </a:prstGeom>
          <a:solidFill>
            <a:srgbClr val="E1CC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A4AFCA10-EB61-6ABB-24C9-65D77C6BF98F}"/>
              </a:ext>
            </a:extLst>
          </p:cNvPr>
          <p:cNvCxnSpPr>
            <a:cxnSpLocks/>
          </p:cNvCxnSpPr>
          <p:nvPr/>
        </p:nvCxnSpPr>
        <p:spPr>
          <a:xfrm>
            <a:off x="7712210" y="725813"/>
            <a:ext cx="597590" cy="0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86257261-DDC6-D4A9-1E25-B02E78C527B3}"/>
              </a:ext>
            </a:extLst>
          </p:cNvPr>
          <p:cNvSpPr txBox="1"/>
          <p:nvPr/>
        </p:nvSpPr>
        <p:spPr>
          <a:xfrm>
            <a:off x="8473041" y="401224"/>
            <a:ext cx="8660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r>
            <a:endParaRPr lang="en-GB" sz="3200" b="1" dirty="0">
              <a:solidFill>
                <a:schemeClr val="tx1">
                  <a:lumMod val="50000"/>
                  <a:lumOff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CC87A6CE-1D20-D4EC-0FFF-22455B8FA281}"/>
              </a:ext>
            </a:extLst>
          </p:cNvPr>
          <p:cNvSpPr/>
          <p:nvPr/>
        </p:nvSpPr>
        <p:spPr>
          <a:xfrm>
            <a:off x="5666347" y="1366781"/>
            <a:ext cx="350196" cy="505838"/>
          </a:xfrm>
          <a:prstGeom prst="rect">
            <a:avLst/>
          </a:prstGeom>
          <a:solidFill>
            <a:srgbClr val="FFC1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EB88266A-EF61-2852-C5EB-D45910360C73}"/>
              </a:ext>
            </a:extLst>
          </p:cNvPr>
          <p:cNvSpPr/>
          <p:nvPr/>
        </p:nvSpPr>
        <p:spPr>
          <a:xfrm>
            <a:off x="6176490" y="1366781"/>
            <a:ext cx="350196" cy="505838"/>
          </a:xfrm>
          <a:prstGeom prst="rect">
            <a:avLst/>
          </a:prstGeom>
          <a:solidFill>
            <a:srgbClr val="F9D9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C31A31C-8484-E561-24E5-277B67070144}"/>
              </a:ext>
            </a:extLst>
          </p:cNvPr>
          <p:cNvSpPr/>
          <p:nvPr/>
        </p:nvSpPr>
        <p:spPr>
          <a:xfrm>
            <a:off x="6686633" y="1366781"/>
            <a:ext cx="350196" cy="505838"/>
          </a:xfrm>
          <a:prstGeom prst="rect">
            <a:avLst/>
          </a:prstGeom>
          <a:solidFill>
            <a:srgbClr val="FFFB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8C67DA7D-1494-7DF4-FA8C-4A8A7C9E8462}"/>
              </a:ext>
            </a:extLst>
          </p:cNvPr>
          <p:cNvSpPr/>
          <p:nvPr/>
        </p:nvSpPr>
        <p:spPr>
          <a:xfrm>
            <a:off x="7196776" y="1366781"/>
            <a:ext cx="350196" cy="5058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69EB27A4-C9DF-BB86-FF0D-5E7600C7B419}"/>
              </a:ext>
            </a:extLst>
          </p:cNvPr>
          <p:cNvCxnSpPr>
            <a:cxnSpLocks/>
          </p:cNvCxnSpPr>
          <p:nvPr/>
        </p:nvCxnSpPr>
        <p:spPr>
          <a:xfrm>
            <a:off x="7725325" y="1646204"/>
            <a:ext cx="597590" cy="0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Rectangle 140">
            <a:extLst>
              <a:ext uri="{FF2B5EF4-FFF2-40B4-BE49-F238E27FC236}">
                <a16:creationId xmlns:a16="http://schemas.microsoft.com/office/drawing/2014/main" id="{BE5D3502-AEFB-8425-4E53-BBE8C5689B3A}"/>
              </a:ext>
            </a:extLst>
          </p:cNvPr>
          <p:cNvSpPr/>
          <p:nvPr/>
        </p:nvSpPr>
        <p:spPr>
          <a:xfrm>
            <a:off x="7864645" y="1300153"/>
            <a:ext cx="195142" cy="280599"/>
          </a:xfrm>
          <a:prstGeom prst="rect">
            <a:avLst/>
          </a:prstGeom>
          <a:solidFill>
            <a:srgbClr val="F9D9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E42A14F0-B7D8-C606-1157-77E90B6169BA}"/>
              </a:ext>
            </a:extLst>
          </p:cNvPr>
          <p:cNvSpPr txBox="1"/>
          <p:nvPr/>
        </p:nvSpPr>
        <p:spPr>
          <a:xfrm>
            <a:off x="8473041" y="1300153"/>
            <a:ext cx="8660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endParaRPr lang="en-GB" sz="3200" b="1" dirty="0">
              <a:solidFill>
                <a:schemeClr val="tx1">
                  <a:lumMod val="50000"/>
                  <a:lumOff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25A9B3AA-090E-472F-5851-CA0B5ECEB486}"/>
              </a:ext>
            </a:extLst>
          </p:cNvPr>
          <p:cNvSpPr/>
          <p:nvPr/>
        </p:nvSpPr>
        <p:spPr>
          <a:xfrm>
            <a:off x="5447793" y="3174899"/>
            <a:ext cx="350196" cy="505838"/>
          </a:xfrm>
          <a:prstGeom prst="rect">
            <a:avLst/>
          </a:prstGeom>
          <a:solidFill>
            <a:srgbClr val="FFC1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DF47191C-C3BA-8826-0DF8-436A0FD5E5F4}"/>
              </a:ext>
            </a:extLst>
          </p:cNvPr>
          <p:cNvSpPr/>
          <p:nvPr/>
        </p:nvSpPr>
        <p:spPr>
          <a:xfrm>
            <a:off x="5797989" y="3174899"/>
            <a:ext cx="350196" cy="505838"/>
          </a:xfrm>
          <a:prstGeom prst="rect">
            <a:avLst/>
          </a:prstGeom>
          <a:solidFill>
            <a:srgbClr val="F9D9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E322D96B-D293-8674-9F13-1C9001556E27}"/>
              </a:ext>
            </a:extLst>
          </p:cNvPr>
          <p:cNvSpPr/>
          <p:nvPr/>
        </p:nvSpPr>
        <p:spPr>
          <a:xfrm>
            <a:off x="6148185" y="3174899"/>
            <a:ext cx="350196" cy="505838"/>
          </a:xfrm>
          <a:prstGeom prst="rect">
            <a:avLst/>
          </a:prstGeom>
          <a:solidFill>
            <a:srgbClr val="FFFB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FA585515-3874-392B-E3DC-D9126433F8C2}"/>
              </a:ext>
            </a:extLst>
          </p:cNvPr>
          <p:cNvSpPr/>
          <p:nvPr/>
        </p:nvSpPr>
        <p:spPr>
          <a:xfrm>
            <a:off x="6498381" y="3174899"/>
            <a:ext cx="350196" cy="5058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5CC670D3-BE60-31F1-FF03-B4F6A0C37006}"/>
              </a:ext>
            </a:extLst>
          </p:cNvPr>
          <p:cNvSpPr/>
          <p:nvPr/>
        </p:nvSpPr>
        <p:spPr>
          <a:xfrm>
            <a:off x="6848577" y="3174899"/>
            <a:ext cx="350196" cy="505838"/>
          </a:xfrm>
          <a:prstGeom prst="rect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CD654492-F14B-082A-AF3B-85F955B9BE73}"/>
              </a:ext>
            </a:extLst>
          </p:cNvPr>
          <p:cNvSpPr/>
          <p:nvPr/>
        </p:nvSpPr>
        <p:spPr>
          <a:xfrm>
            <a:off x="7198773" y="3174899"/>
            <a:ext cx="350196" cy="505838"/>
          </a:xfrm>
          <a:prstGeom prst="rect">
            <a:avLst/>
          </a:prstGeom>
          <a:solidFill>
            <a:srgbClr val="E1CC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19780831-E366-4655-412C-0EC6768B81BE}"/>
              </a:ext>
            </a:extLst>
          </p:cNvPr>
          <p:cNvCxnSpPr>
            <a:cxnSpLocks/>
          </p:cNvCxnSpPr>
          <p:nvPr/>
        </p:nvCxnSpPr>
        <p:spPr>
          <a:xfrm>
            <a:off x="7725325" y="3445702"/>
            <a:ext cx="597590" cy="0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Rectangle 152">
            <a:extLst>
              <a:ext uri="{FF2B5EF4-FFF2-40B4-BE49-F238E27FC236}">
                <a16:creationId xmlns:a16="http://schemas.microsoft.com/office/drawing/2014/main" id="{8E967249-03B6-ADD5-4A1F-5FAC1038313A}"/>
              </a:ext>
            </a:extLst>
          </p:cNvPr>
          <p:cNvSpPr/>
          <p:nvPr/>
        </p:nvSpPr>
        <p:spPr>
          <a:xfrm>
            <a:off x="7864645" y="3099651"/>
            <a:ext cx="195142" cy="280599"/>
          </a:xfrm>
          <a:prstGeom prst="rect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422E4917-6A24-3120-0773-FC358558E062}"/>
              </a:ext>
            </a:extLst>
          </p:cNvPr>
          <p:cNvSpPr txBox="1"/>
          <p:nvPr/>
        </p:nvSpPr>
        <p:spPr>
          <a:xfrm>
            <a:off x="8473041" y="3099651"/>
            <a:ext cx="8660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endParaRPr lang="en-GB" sz="3200" b="1" dirty="0">
              <a:solidFill>
                <a:schemeClr val="tx1">
                  <a:lumMod val="50000"/>
                  <a:lumOff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52AACC25-6B06-A874-03DB-C5D219E355EA}"/>
              </a:ext>
            </a:extLst>
          </p:cNvPr>
          <p:cNvSpPr txBox="1"/>
          <p:nvPr/>
        </p:nvSpPr>
        <p:spPr>
          <a:xfrm>
            <a:off x="8059787" y="3934437"/>
            <a:ext cx="21799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</a:t>
            </a:r>
            <a:r>
              <a:rPr lang="zh-TW" alt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Love</a:t>
            </a:r>
            <a:r>
              <a:rPr lang="zh-TW" alt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You</a:t>
            </a:r>
            <a:endParaRPr lang="en-GB" sz="3200" b="1" dirty="0">
              <a:solidFill>
                <a:schemeClr val="tx1">
                  <a:lumMod val="50000"/>
                  <a:lumOff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67650FD8-47EE-2E51-CE03-8BAA4D103BC7}"/>
              </a:ext>
            </a:extLst>
          </p:cNvPr>
          <p:cNvSpPr txBox="1"/>
          <p:nvPr/>
        </p:nvSpPr>
        <p:spPr>
          <a:xfrm>
            <a:off x="4979430" y="3897960"/>
            <a:ext cx="21420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</a:t>
            </a:r>
            <a:r>
              <a:rPr 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love you</a:t>
            </a:r>
            <a:endParaRPr lang="en-GB" sz="3200" b="1" dirty="0">
              <a:solidFill>
                <a:schemeClr val="tx1">
                  <a:lumMod val="50000"/>
                  <a:lumOff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D605A78A-0A3D-AF64-1B38-2BE47100F3F6}"/>
              </a:ext>
            </a:extLst>
          </p:cNvPr>
          <p:cNvCxnSpPr>
            <a:cxnSpLocks/>
          </p:cNvCxnSpPr>
          <p:nvPr/>
        </p:nvCxnSpPr>
        <p:spPr>
          <a:xfrm>
            <a:off x="7225496" y="4226825"/>
            <a:ext cx="597590" cy="0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Rectangle 160">
            <a:extLst>
              <a:ext uri="{FF2B5EF4-FFF2-40B4-BE49-F238E27FC236}">
                <a16:creationId xmlns:a16="http://schemas.microsoft.com/office/drawing/2014/main" id="{E463D2A7-6769-E1D0-CB6A-D556C88347EF}"/>
              </a:ext>
            </a:extLst>
          </p:cNvPr>
          <p:cNvSpPr/>
          <p:nvPr/>
        </p:nvSpPr>
        <p:spPr>
          <a:xfrm>
            <a:off x="5447793" y="5197088"/>
            <a:ext cx="350196" cy="505838"/>
          </a:xfrm>
          <a:prstGeom prst="rect">
            <a:avLst/>
          </a:prstGeom>
          <a:solidFill>
            <a:srgbClr val="FFC1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4DF31D03-A0BD-029E-3562-9A2349247940}"/>
              </a:ext>
            </a:extLst>
          </p:cNvPr>
          <p:cNvSpPr/>
          <p:nvPr/>
        </p:nvSpPr>
        <p:spPr>
          <a:xfrm>
            <a:off x="5797989" y="5197088"/>
            <a:ext cx="350196" cy="505838"/>
          </a:xfrm>
          <a:prstGeom prst="rect">
            <a:avLst/>
          </a:prstGeom>
          <a:solidFill>
            <a:srgbClr val="F9D9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2CA4A8B8-D89C-3275-F8A6-1914300BF37E}"/>
              </a:ext>
            </a:extLst>
          </p:cNvPr>
          <p:cNvSpPr/>
          <p:nvPr/>
        </p:nvSpPr>
        <p:spPr>
          <a:xfrm>
            <a:off x="6148185" y="5197088"/>
            <a:ext cx="350196" cy="505838"/>
          </a:xfrm>
          <a:prstGeom prst="rect">
            <a:avLst/>
          </a:prstGeom>
          <a:solidFill>
            <a:srgbClr val="FFFB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0949B1F3-0F11-9705-E1CF-41CDD1605316}"/>
              </a:ext>
            </a:extLst>
          </p:cNvPr>
          <p:cNvSpPr/>
          <p:nvPr/>
        </p:nvSpPr>
        <p:spPr>
          <a:xfrm>
            <a:off x="6498381" y="5197088"/>
            <a:ext cx="350196" cy="5058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2E95A9B4-8AA1-55FD-F513-E0F7CC62C32B}"/>
              </a:ext>
            </a:extLst>
          </p:cNvPr>
          <p:cNvSpPr/>
          <p:nvPr/>
        </p:nvSpPr>
        <p:spPr>
          <a:xfrm>
            <a:off x="6848577" y="5197088"/>
            <a:ext cx="350196" cy="505838"/>
          </a:xfrm>
          <a:prstGeom prst="rect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92CA1C00-0BF4-0BEE-4B0C-3C78532EBD25}"/>
              </a:ext>
            </a:extLst>
          </p:cNvPr>
          <p:cNvSpPr/>
          <p:nvPr/>
        </p:nvSpPr>
        <p:spPr>
          <a:xfrm>
            <a:off x="7198773" y="5197088"/>
            <a:ext cx="350196" cy="505838"/>
          </a:xfrm>
          <a:prstGeom prst="rect">
            <a:avLst/>
          </a:prstGeom>
          <a:solidFill>
            <a:srgbClr val="E1CC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F100F0AA-57BE-FFD8-A00C-43A0D3EC6A59}"/>
              </a:ext>
            </a:extLst>
          </p:cNvPr>
          <p:cNvCxnSpPr>
            <a:cxnSpLocks/>
          </p:cNvCxnSpPr>
          <p:nvPr/>
        </p:nvCxnSpPr>
        <p:spPr>
          <a:xfrm>
            <a:off x="7712210" y="5450007"/>
            <a:ext cx="597590" cy="0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TextBox 167">
            <a:extLst>
              <a:ext uri="{FF2B5EF4-FFF2-40B4-BE49-F238E27FC236}">
                <a16:creationId xmlns:a16="http://schemas.microsoft.com/office/drawing/2014/main" id="{16D94F85-F4EB-414D-5601-B05D36C004DD}"/>
              </a:ext>
            </a:extLst>
          </p:cNvPr>
          <p:cNvSpPr txBox="1"/>
          <p:nvPr/>
        </p:nvSpPr>
        <p:spPr>
          <a:xfrm>
            <a:off x="8473041" y="5125418"/>
            <a:ext cx="8660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</a:t>
            </a:r>
            <a:endParaRPr lang="en-GB" sz="3200" b="1" dirty="0">
              <a:solidFill>
                <a:schemeClr val="tx1">
                  <a:lumMod val="50000"/>
                  <a:lumOff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71" name="Picture 170">
            <a:extLst>
              <a:ext uri="{FF2B5EF4-FFF2-40B4-BE49-F238E27FC236}">
                <a16:creationId xmlns:a16="http://schemas.microsoft.com/office/drawing/2014/main" id="{928AF1C3-7ED2-D289-0D37-DF030F02F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2833" y="5044903"/>
            <a:ext cx="385620" cy="278317"/>
          </a:xfrm>
          <a:prstGeom prst="rect">
            <a:avLst/>
          </a:prstGeom>
        </p:spPr>
      </p:pic>
      <p:sp>
        <p:nvSpPr>
          <p:cNvPr id="175" name="Rectangle 174">
            <a:extLst>
              <a:ext uri="{FF2B5EF4-FFF2-40B4-BE49-F238E27FC236}">
                <a16:creationId xmlns:a16="http://schemas.microsoft.com/office/drawing/2014/main" id="{B5711D30-7B24-F9CD-5C56-EFA0669CF1A9}"/>
              </a:ext>
            </a:extLst>
          </p:cNvPr>
          <p:cNvSpPr/>
          <p:nvPr/>
        </p:nvSpPr>
        <p:spPr>
          <a:xfrm>
            <a:off x="6498381" y="6233068"/>
            <a:ext cx="350196" cy="5058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EA331B41-4509-8773-8D85-0D028509D27F}"/>
              </a:ext>
            </a:extLst>
          </p:cNvPr>
          <p:cNvSpPr/>
          <p:nvPr/>
        </p:nvSpPr>
        <p:spPr>
          <a:xfrm>
            <a:off x="6848577" y="6233068"/>
            <a:ext cx="350196" cy="505838"/>
          </a:xfrm>
          <a:prstGeom prst="rect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836854B9-A68C-A0B0-A396-20375438DC20}"/>
              </a:ext>
            </a:extLst>
          </p:cNvPr>
          <p:cNvSpPr/>
          <p:nvPr/>
        </p:nvSpPr>
        <p:spPr>
          <a:xfrm>
            <a:off x="7198773" y="6233068"/>
            <a:ext cx="350196" cy="505838"/>
          </a:xfrm>
          <a:prstGeom prst="rect">
            <a:avLst/>
          </a:prstGeom>
          <a:solidFill>
            <a:srgbClr val="E1CC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CCF48772-26A9-C3F8-A38C-864204D3C88D}"/>
              </a:ext>
            </a:extLst>
          </p:cNvPr>
          <p:cNvCxnSpPr>
            <a:cxnSpLocks/>
          </p:cNvCxnSpPr>
          <p:nvPr/>
        </p:nvCxnSpPr>
        <p:spPr>
          <a:xfrm>
            <a:off x="7725325" y="6503871"/>
            <a:ext cx="597590" cy="0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Rectangle 178">
            <a:extLst>
              <a:ext uri="{FF2B5EF4-FFF2-40B4-BE49-F238E27FC236}">
                <a16:creationId xmlns:a16="http://schemas.microsoft.com/office/drawing/2014/main" id="{78E0AC2B-58A9-6EAB-C75E-910BDC8DBE50}"/>
              </a:ext>
            </a:extLst>
          </p:cNvPr>
          <p:cNvSpPr/>
          <p:nvPr/>
        </p:nvSpPr>
        <p:spPr>
          <a:xfrm>
            <a:off x="7864645" y="6157820"/>
            <a:ext cx="195142" cy="280599"/>
          </a:xfrm>
          <a:prstGeom prst="rect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9E85740A-AC69-D586-9EF1-90E7180B2B19}"/>
              </a:ext>
            </a:extLst>
          </p:cNvPr>
          <p:cNvSpPr txBox="1"/>
          <p:nvPr/>
        </p:nvSpPr>
        <p:spPr>
          <a:xfrm>
            <a:off x="8473041" y="6157820"/>
            <a:ext cx="12161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1, 5</a:t>
            </a:r>
            <a:endParaRPr lang="en-GB" sz="3200" b="1" dirty="0">
              <a:solidFill>
                <a:schemeClr val="tx1">
                  <a:lumMod val="50000"/>
                  <a:lumOff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A4E9B636-02AD-98AE-72CB-72C7158C4877}"/>
              </a:ext>
            </a:extLst>
          </p:cNvPr>
          <p:cNvSpPr/>
          <p:nvPr/>
        </p:nvSpPr>
        <p:spPr>
          <a:xfrm>
            <a:off x="5797989" y="6233068"/>
            <a:ext cx="350196" cy="5058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9A22C14B-64F1-29E1-F8DE-C9D40F5A9215}"/>
              </a:ext>
            </a:extLst>
          </p:cNvPr>
          <p:cNvSpPr/>
          <p:nvPr/>
        </p:nvSpPr>
        <p:spPr>
          <a:xfrm>
            <a:off x="5446270" y="6233068"/>
            <a:ext cx="350196" cy="505838"/>
          </a:xfrm>
          <a:prstGeom prst="rect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CFEA47FE-81D7-AEC0-3101-388BC8D69C20}"/>
              </a:ext>
            </a:extLst>
          </p:cNvPr>
          <p:cNvSpPr/>
          <p:nvPr/>
        </p:nvSpPr>
        <p:spPr>
          <a:xfrm>
            <a:off x="6148185" y="6233068"/>
            <a:ext cx="350196" cy="505838"/>
          </a:xfrm>
          <a:prstGeom prst="rect">
            <a:avLst/>
          </a:prstGeom>
          <a:solidFill>
            <a:srgbClr val="E1CC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C4FCFC67-C913-3699-5534-8109D2930C2B}"/>
              </a:ext>
            </a:extLst>
          </p:cNvPr>
          <p:cNvSpPr/>
          <p:nvPr/>
        </p:nvSpPr>
        <p:spPr>
          <a:xfrm>
            <a:off x="13660662" y="331072"/>
            <a:ext cx="350196" cy="505838"/>
          </a:xfrm>
          <a:prstGeom prst="rect">
            <a:avLst/>
          </a:prstGeom>
          <a:solidFill>
            <a:srgbClr val="FFC1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901E53EF-5056-D5E7-209E-C8E0AA2B4038}"/>
              </a:ext>
            </a:extLst>
          </p:cNvPr>
          <p:cNvSpPr/>
          <p:nvPr/>
        </p:nvSpPr>
        <p:spPr>
          <a:xfrm>
            <a:off x="16675920" y="331072"/>
            <a:ext cx="350196" cy="5058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E2660CCF-BCE8-2F18-37ED-54897CE48E5C}"/>
              </a:ext>
            </a:extLst>
          </p:cNvPr>
          <p:cNvSpPr/>
          <p:nvPr/>
        </p:nvSpPr>
        <p:spPr>
          <a:xfrm>
            <a:off x="17026116" y="331072"/>
            <a:ext cx="350196" cy="505838"/>
          </a:xfrm>
          <a:prstGeom prst="rect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EF97B0D1-B47D-AE5B-BB95-6F8C6F157C2F}"/>
              </a:ext>
            </a:extLst>
          </p:cNvPr>
          <p:cNvCxnSpPr>
            <a:cxnSpLocks/>
          </p:cNvCxnSpPr>
          <p:nvPr/>
        </p:nvCxnSpPr>
        <p:spPr>
          <a:xfrm>
            <a:off x="14110957" y="570630"/>
            <a:ext cx="433301" cy="0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Rectangle 199">
            <a:extLst>
              <a:ext uri="{FF2B5EF4-FFF2-40B4-BE49-F238E27FC236}">
                <a16:creationId xmlns:a16="http://schemas.microsoft.com/office/drawing/2014/main" id="{16B7BA0A-7BA0-D4CB-BCE7-2AEEAD0B5BC7}"/>
              </a:ext>
            </a:extLst>
          </p:cNvPr>
          <p:cNvSpPr/>
          <p:nvPr/>
        </p:nvSpPr>
        <p:spPr>
          <a:xfrm>
            <a:off x="15003586" y="331072"/>
            <a:ext cx="350196" cy="50583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3FF8ED00-341B-CFC8-6CAB-FFBC4F058E59}"/>
              </a:ext>
            </a:extLst>
          </p:cNvPr>
          <p:cNvSpPr/>
          <p:nvPr/>
        </p:nvSpPr>
        <p:spPr>
          <a:xfrm>
            <a:off x="15355040" y="331072"/>
            <a:ext cx="350196" cy="505838"/>
          </a:xfrm>
          <a:prstGeom prst="rect">
            <a:avLst/>
          </a:prstGeom>
          <a:solidFill>
            <a:srgbClr val="FFC1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05" name="Straight Arrow Connector 204">
            <a:extLst>
              <a:ext uri="{FF2B5EF4-FFF2-40B4-BE49-F238E27FC236}">
                <a16:creationId xmlns:a16="http://schemas.microsoft.com/office/drawing/2014/main" id="{6512ED84-03E4-04BD-3091-469ED6CD361F}"/>
              </a:ext>
            </a:extLst>
          </p:cNvPr>
          <p:cNvCxnSpPr>
            <a:cxnSpLocks/>
          </p:cNvCxnSpPr>
          <p:nvPr/>
        </p:nvCxnSpPr>
        <p:spPr>
          <a:xfrm>
            <a:off x="17407755" y="570630"/>
            <a:ext cx="433301" cy="0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Rectangle 205">
            <a:extLst>
              <a:ext uri="{FF2B5EF4-FFF2-40B4-BE49-F238E27FC236}">
                <a16:creationId xmlns:a16="http://schemas.microsoft.com/office/drawing/2014/main" id="{3F1DCC3A-4E84-4FDA-8AFF-BE07ACB48D00}"/>
              </a:ext>
            </a:extLst>
          </p:cNvPr>
          <p:cNvSpPr/>
          <p:nvPr/>
        </p:nvSpPr>
        <p:spPr>
          <a:xfrm>
            <a:off x="18300384" y="331072"/>
            <a:ext cx="350196" cy="5058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55F89FE2-3B0C-167E-44DC-17B27834585C}"/>
              </a:ext>
            </a:extLst>
          </p:cNvPr>
          <p:cNvSpPr/>
          <p:nvPr/>
        </p:nvSpPr>
        <p:spPr>
          <a:xfrm>
            <a:off x="18650580" y="331072"/>
            <a:ext cx="350196" cy="505838"/>
          </a:xfrm>
          <a:prstGeom prst="rect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C74DE72A-9BE2-25B7-7586-9D795ABC354E}"/>
              </a:ext>
            </a:extLst>
          </p:cNvPr>
          <p:cNvSpPr/>
          <p:nvPr/>
        </p:nvSpPr>
        <p:spPr>
          <a:xfrm>
            <a:off x="14653390" y="331072"/>
            <a:ext cx="350196" cy="50583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9EE5124E-7E23-055C-16F6-DF9DF21CE4B1}"/>
              </a:ext>
            </a:extLst>
          </p:cNvPr>
          <p:cNvSpPr/>
          <p:nvPr/>
        </p:nvSpPr>
        <p:spPr>
          <a:xfrm>
            <a:off x="17950188" y="331072"/>
            <a:ext cx="350196" cy="50583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94739BC4-CF34-6F4A-4558-BAE1FF6DC13D}"/>
              </a:ext>
            </a:extLst>
          </p:cNvPr>
          <p:cNvSpPr/>
          <p:nvPr/>
        </p:nvSpPr>
        <p:spPr>
          <a:xfrm>
            <a:off x="14295263" y="1255596"/>
            <a:ext cx="350196" cy="505838"/>
          </a:xfrm>
          <a:prstGeom prst="rect">
            <a:avLst/>
          </a:prstGeom>
          <a:solidFill>
            <a:srgbClr val="FFC1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010682CB-E4A5-075E-6CA4-E2FD28D6C385}"/>
              </a:ext>
            </a:extLst>
          </p:cNvPr>
          <p:cNvSpPr/>
          <p:nvPr/>
        </p:nvSpPr>
        <p:spPr>
          <a:xfrm>
            <a:off x="13945067" y="1255596"/>
            <a:ext cx="350196" cy="505838"/>
          </a:xfrm>
          <a:prstGeom prst="rect">
            <a:avLst/>
          </a:prstGeom>
          <a:solidFill>
            <a:srgbClr val="F9D9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AA437322-F480-63A5-3303-73EBC39060F8}"/>
              </a:ext>
            </a:extLst>
          </p:cNvPr>
          <p:cNvSpPr/>
          <p:nvPr/>
        </p:nvSpPr>
        <p:spPr>
          <a:xfrm>
            <a:off x="13594871" y="1255596"/>
            <a:ext cx="350196" cy="505838"/>
          </a:xfrm>
          <a:prstGeom prst="rect">
            <a:avLst/>
          </a:prstGeom>
          <a:solidFill>
            <a:srgbClr val="FFFB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D482A5DF-0A80-8A46-553B-219F9E396E50}"/>
              </a:ext>
            </a:extLst>
          </p:cNvPr>
          <p:cNvSpPr/>
          <p:nvPr/>
        </p:nvSpPr>
        <p:spPr>
          <a:xfrm>
            <a:off x="15345851" y="1255596"/>
            <a:ext cx="350196" cy="5058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C027C327-E333-8127-64EE-BE9AE6AEC70F}"/>
              </a:ext>
            </a:extLst>
          </p:cNvPr>
          <p:cNvSpPr/>
          <p:nvPr/>
        </p:nvSpPr>
        <p:spPr>
          <a:xfrm>
            <a:off x="14645459" y="1255596"/>
            <a:ext cx="350196" cy="505838"/>
          </a:xfrm>
          <a:prstGeom prst="rect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3057E1E0-42D1-E83F-D39E-50E15FAAC5AC}"/>
              </a:ext>
            </a:extLst>
          </p:cNvPr>
          <p:cNvSpPr/>
          <p:nvPr/>
        </p:nvSpPr>
        <p:spPr>
          <a:xfrm>
            <a:off x="14995655" y="1255596"/>
            <a:ext cx="350196" cy="505838"/>
          </a:xfrm>
          <a:prstGeom prst="rect">
            <a:avLst/>
          </a:prstGeom>
          <a:solidFill>
            <a:srgbClr val="E1CC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16" name="Straight Arrow Connector 215">
            <a:extLst>
              <a:ext uri="{FF2B5EF4-FFF2-40B4-BE49-F238E27FC236}">
                <a16:creationId xmlns:a16="http://schemas.microsoft.com/office/drawing/2014/main" id="{BD2918E2-7A2F-B725-F290-B03FE37520FA}"/>
              </a:ext>
            </a:extLst>
          </p:cNvPr>
          <p:cNvCxnSpPr>
            <a:cxnSpLocks/>
          </p:cNvCxnSpPr>
          <p:nvPr/>
        </p:nvCxnSpPr>
        <p:spPr>
          <a:xfrm>
            <a:off x="15876716" y="1505123"/>
            <a:ext cx="597590" cy="0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Rectangle 216">
            <a:extLst>
              <a:ext uri="{FF2B5EF4-FFF2-40B4-BE49-F238E27FC236}">
                <a16:creationId xmlns:a16="http://schemas.microsoft.com/office/drawing/2014/main" id="{8541A4E4-A1B9-10DC-495A-5C709BEE172B}"/>
              </a:ext>
            </a:extLst>
          </p:cNvPr>
          <p:cNvSpPr/>
          <p:nvPr/>
        </p:nvSpPr>
        <p:spPr>
          <a:xfrm>
            <a:off x="16654975" y="1253956"/>
            <a:ext cx="350196" cy="505838"/>
          </a:xfrm>
          <a:prstGeom prst="rect">
            <a:avLst/>
          </a:prstGeom>
          <a:solidFill>
            <a:srgbClr val="FFC1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DBDA78DC-3BDD-6236-24EE-02EC3175D01D}"/>
              </a:ext>
            </a:extLst>
          </p:cNvPr>
          <p:cNvSpPr/>
          <p:nvPr/>
        </p:nvSpPr>
        <p:spPr>
          <a:xfrm>
            <a:off x="17005171" y="1253956"/>
            <a:ext cx="350196" cy="505838"/>
          </a:xfrm>
          <a:prstGeom prst="rect">
            <a:avLst/>
          </a:prstGeom>
          <a:solidFill>
            <a:srgbClr val="F9D9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9D9CC77C-B6D7-86D5-5658-70541C37249B}"/>
              </a:ext>
            </a:extLst>
          </p:cNvPr>
          <p:cNvSpPr/>
          <p:nvPr/>
        </p:nvSpPr>
        <p:spPr>
          <a:xfrm>
            <a:off x="17355367" y="1253956"/>
            <a:ext cx="350196" cy="505838"/>
          </a:xfrm>
          <a:prstGeom prst="rect">
            <a:avLst/>
          </a:prstGeom>
          <a:solidFill>
            <a:srgbClr val="FFFB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A81F7925-612E-8732-3CDF-3AA79558ECA5}"/>
              </a:ext>
            </a:extLst>
          </p:cNvPr>
          <p:cNvSpPr/>
          <p:nvPr/>
        </p:nvSpPr>
        <p:spPr>
          <a:xfrm>
            <a:off x="17705563" y="1253956"/>
            <a:ext cx="350196" cy="5058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226C1863-12D5-7C3D-2A7A-8CA6447147BE}"/>
              </a:ext>
            </a:extLst>
          </p:cNvPr>
          <p:cNvSpPr/>
          <p:nvPr/>
        </p:nvSpPr>
        <p:spPr>
          <a:xfrm>
            <a:off x="18055759" y="1253956"/>
            <a:ext cx="350196" cy="505838"/>
          </a:xfrm>
          <a:prstGeom prst="rect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0DE2483A-D9B9-4E79-5BDB-F59D90500DB8}"/>
              </a:ext>
            </a:extLst>
          </p:cNvPr>
          <p:cNvSpPr/>
          <p:nvPr/>
        </p:nvSpPr>
        <p:spPr>
          <a:xfrm>
            <a:off x="18405955" y="1253956"/>
            <a:ext cx="350196" cy="505838"/>
          </a:xfrm>
          <a:prstGeom prst="rect">
            <a:avLst/>
          </a:prstGeom>
          <a:solidFill>
            <a:srgbClr val="E1CC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ED7ECB83-40DF-7D45-9790-7AD21648CBCF}"/>
              </a:ext>
            </a:extLst>
          </p:cNvPr>
          <p:cNvSpPr/>
          <p:nvPr/>
        </p:nvSpPr>
        <p:spPr>
          <a:xfrm>
            <a:off x="14530706" y="2298870"/>
            <a:ext cx="350196" cy="505838"/>
          </a:xfrm>
          <a:prstGeom prst="rect">
            <a:avLst/>
          </a:prstGeom>
          <a:solidFill>
            <a:srgbClr val="FFC1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BA538E36-96BE-0EBF-0E52-67038EBEF838}"/>
              </a:ext>
            </a:extLst>
          </p:cNvPr>
          <p:cNvSpPr/>
          <p:nvPr/>
        </p:nvSpPr>
        <p:spPr>
          <a:xfrm>
            <a:off x="14180510" y="2298870"/>
            <a:ext cx="350196" cy="505838"/>
          </a:xfrm>
          <a:prstGeom prst="rect">
            <a:avLst/>
          </a:prstGeom>
          <a:solidFill>
            <a:srgbClr val="F9D9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9A1607A3-D915-9F6D-FE8C-20065F6B530C}"/>
              </a:ext>
            </a:extLst>
          </p:cNvPr>
          <p:cNvSpPr/>
          <p:nvPr/>
        </p:nvSpPr>
        <p:spPr>
          <a:xfrm>
            <a:off x="13830314" y="2298870"/>
            <a:ext cx="350196" cy="505838"/>
          </a:xfrm>
          <a:prstGeom prst="rect">
            <a:avLst/>
          </a:prstGeom>
          <a:solidFill>
            <a:srgbClr val="FFFB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8A47D70C-0D50-6D85-4DE8-7186382532EA}"/>
              </a:ext>
            </a:extLst>
          </p:cNvPr>
          <p:cNvSpPr/>
          <p:nvPr/>
        </p:nvSpPr>
        <p:spPr>
          <a:xfrm>
            <a:off x="15581294" y="2298870"/>
            <a:ext cx="350196" cy="5058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C157CF3D-D4E2-2BB5-53D1-2CF86E522F92}"/>
              </a:ext>
            </a:extLst>
          </p:cNvPr>
          <p:cNvSpPr/>
          <p:nvPr/>
        </p:nvSpPr>
        <p:spPr>
          <a:xfrm>
            <a:off x="14880902" y="2298870"/>
            <a:ext cx="350196" cy="505838"/>
          </a:xfrm>
          <a:prstGeom prst="rect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F8F61545-94F5-BEE0-C701-4DDA5A6717E1}"/>
              </a:ext>
            </a:extLst>
          </p:cNvPr>
          <p:cNvSpPr/>
          <p:nvPr/>
        </p:nvSpPr>
        <p:spPr>
          <a:xfrm>
            <a:off x="15231098" y="2298870"/>
            <a:ext cx="350196" cy="505838"/>
          </a:xfrm>
          <a:prstGeom prst="rect">
            <a:avLst/>
          </a:prstGeom>
          <a:solidFill>
            <a:srgbClr val="E1CC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FBC665CE-C076-05A8-49B7-516987614D9B}"/>
              </a:ext>
            </a:extLst>
          </p:cNvPr>
          <p:cNvCxnSpPr>
            <a:cxnSpLocks/>
          </p:cNvCxnSpPr>
          <p:nvPr/>
        </p:nvCxnSpPr>
        <p:spPr>
          <a:xfrm>
            <a:off x="16112159" y="2548397"/>
            <a:ext cx="597590" cy="0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101247EC-6641-33E8-3EDD-9716AF4D7BD5}"/>
              </a:ext>
            </a:extLst>
          </p:cNvPr>
          <p:cNvSpPr txBox="1"/>
          <p:nvPr/>
        </p:nvSpPr>
        <p:spPr>
          <a:xfrm>
            <a:off x="16888648" y="2273698"/>
            <a:ext cx="20417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3,2,1,6,4,5</a:t>
            </a:r>
            <a:endParaRPr lang="en-GB" sz="2800" b="1" dirty="0">
              <a:solidFill>
                <a:schemeClr val="tx1">
                  <a:lumMod val="50000"/>
                  <a:lumOff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54968F75-28B5-EAE7-F534-3BA0FB47B63C}"/>
              </a:ext>
            </a:extLst>
          </p:cNvPr>
          <p:cNvSpPr/>
          <p:nvPr/>
        </p:nvSpPr>
        <p:spPr>
          <a:xfrm>
            <a:off x="-2580023" y="1253956"/>
            <a:ext cx="6234557" cy="7214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E3044C69-7F19-1601-211E-881CEC3F3C70}"/>
              </a:ext>
            </a:extLst>
          </p:cNvPr>
          <p:cNvSpPr/>
          <p:nvPr/>
        </p:nvSpPr>
        <p:spPr>
          <a:xfrm>
            <a:off x="-2580023" y="2212828"/>
            <a:ext cx="6234557" cy="7214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18D0D0FF-1CD3-BD5C-3466-F67438913750}"/>
              </a:ext>
            </a:extLst>
          </p:cNvPr>
          <p:cNvSpPr/>
          <p:nvPr/>
        </p:nvSpPr>
        <p:spPr>
          <a:xfrm>
            <a:off x="-2580023" y="3099048"/>
            <a:ext cx="6234557" cy="7214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74CCC9F1-3E1A-737B-9480-25F3DAF8E9ED}"/>
              </a:ext>
            </a:extLst>
          </p:cNvPr>
          <p:cNvSpPr/>
          <p:nvPr/>
        </p:nvSpPr>
        <p:spPr>
          <a:xfrm>
            <a:off x="-2580023" y="3800538"/>
            <a:ext cx="6234557" cy="7214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55D8891A-E10A-57BE-E415-622E7C78A135}"/>
              </a:ext>
            </a:extLst>
          </p:cNvPr>
          <p:cNvSpPr/>
          <p:nvPr/>
        </p:nvSpPr>
        <p:spPr>
          <a:xfrm>
            <a:off x="-3374089" y="4653754"/>
            <a:ext cx="6234557" cy="7214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D6E3DB34-DEFA-D03E-C193-62BECA342675}"/>
              </a:ext>
            </a:extLst>
          </p:cNvPr>
          <p:cNvSpPr/>
          <p:nvPr/>
        </p:nvSpPr>
        <p:spPr>
          <a:xfrm>
            <a:off x="-2261588" y="5446490"/>
            <a:ext cx="6234557" cy="7214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322007AB-93E7-9D1E-AF5B-16322612D9F1}"/>
              </a:ext>
            </a:extLst>
          </p:cNvPr>
          <p:cNvSpPr/>
          <p:nvPr/>
        </p:nvSpPr>
        <p:spPr>
          <a:xfrm>
            <a:off x="-2601751" y="6403956"/>
            <a:ext cx="6234557" cy="7214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10B17909-7238-A0CA-F817-C1DD6A9B6DF8}"/>
              </a:ext>
            </a:extLst>
          </p:cNvPr>
          <p:cNvSpPr/>
          <p:nvPr/>
        </p:nvSpPr>
        <p:spPr>
          <a:xfrm>
            <a:off x="13116531" y="197793"/>
            <a:ext cx="6234557" cy="7214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AAD60E0F-314D-3269-61DA-32B221C0BD82}"/>
              </a:ext>
            </a:extLst>
          </p:cNvPr>
          <p:cNvSpPr/>
          <p:nvPr/>
        </p:nvSpPr>
        <p:spPr>
          <a:xfrm>
            <a:off x="4007058" y="340667"/>
            <a:ext cx="6234557" cy="7214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D1FD333F-1E0B-B888-89EB-BAC4812982C8}"/>
              </a:ext>
            </a:extLst>
          </p:cNvPr>
          <p:cNvSpPr/>
          <p:nvPr/>
        </p:nvSpPr>
        <p:spPr>
          <a:xfrm>
            <a:off x="3919550" y="1201024"/>
            <a:ext cx="6234557" cy="7214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21592AE2-D7B3-BF39-7D0D-BFF0565B80F7}"/>
              </a:ext>
            </a:extLst>
          </p:cNvPr>
          <p:cNvSpPr/>
          <p:nvPr/>
        </p:nvSpPr>
        <p:spPr>
          <a:xfrm>
            <a:off x="4225623" y="3038730"/>
            <a:ext cx="6234557" cy="7214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A0819C11-65E1-EDDC-DA13-05231E7A7AAA}"/>
              </a:ext>
            </a:extLst>
          </p:cNvPr>
          <p:cNvSpPr/>
          <p:nvPr/>
        </p:nvSpPr>
        <p:spPr>
          <a:xfrm>
            <a:off x="4408503" y="3861525"/>
            <a:ext cx="6234557" cy="7214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CD7A3D63-E1D1-0474-B94A-823B71F5EE11}"/>
              </a:ext>
            </a:extLst>
          </p:cNvPr>
          <p:cNvSpPr/>
          <p:nvPr/>
        </p:nvSpPr>
        <p:spPr>
          <a:xfrm>
            <a:off x="4078567" y="5004922"/>
            <a:ext cx="6234557" cy="7214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DF60C8D7-F631-7616-0635-CD97B2494653}"/>
              </a:ext>
            </a:extLst>
          </p:cNvPr>
          <p:cNvSpPr/>
          <p:nvPr/>
        </p:nvSpPr>
        <p:spPr>
          <a:xfrm>
            <a:off x="4078567" y="6087106"/>
            <a:ext cx="6234557" cy="7214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EACC66F7-6513-1EDF-5492-B3FD23A8DF7D}"/>
              </a:ext>
            </a:extLst>
          </p:cNvPr>
          <p:cNvSpPr/>
          <p:nvPr/>
        </p:nvSpPr>
        <p:spPr>
          <a:xfrm>
            <a:off x="13116531" y="1142278"/>
            <a:ext cx="6234557" cy="7214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C9759C0C-F9B9-613F-8CE1-92D10340CF63}"/>
              </a:ext>
            </a:extLst>
          </p:cNvPr>
          <p:cNvSpPr/>
          <p:nvPr/>
        </p:nvSpPr>
        <p:spPr>
          <a:xfrm>
            <a:off x="13086051" y="2209222"/>
            <a:ext cx="6234557" cy="7214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BAA2B6E-9319-FE5E-8A8D-4D1C65FEA175}"/>
              </a:ext>
            </a:extLst>
          </p:cNvPr>
          <p:cNvSpPr/>
          <p:nvPr/>
        </p:nvSpPr>
        <p:spPr>
          <a:xfrm>
            <a:off x="5666347" y="2232410"/>
            <a:ext cx="350196" cy="505838"/>
          </a:xfrm>
          <a:prstGeom prst="rect">
            <a:avLst/>
          </a:prstGeom>
          <a:solidFill>
            <a:srgbClr val="FFC1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F6523-6E0C-5390-EF75-7DF512FDC32A}"/>
              </a:ext>
            </a:extLst>
          </p:cNvPr>
          <p:cNvSpPr/>
          <p:nvPr/>
        </p:nvSpPr>
        <p:spPr>
          <a:xfrm>
            <a:off x="6176490" y="2232410"/>
            <a:ext cx="350196" cy="505838"/>
          </a:xfrm>
          <a:prstGeom prst="rect">
            <a:avLst/>
          </a:prstGeom>
          <a:solidFill>
            <a:srgbClr val="F9D9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2486157-74C4-D274-F4A4-8C2DE43AA3B2}"/>
              </a:ext>
            </a:extLst>
          </p:cNvPr>
          <p:cNvSpPr/>
          <p:nvPr/>
        </p:nvSpPr>
        <p:spPr>
          <a:xfrm>
            <a:off x="6686633" y="2232410"/>
            <a:ext cx="350196" cy="505838"/>
          </a:xfrm>
          <a:prstGeom prst="rect">
            <a:avLst/>
          </a:prstGeom>
          <a:solidFill>
            <a:srgbClr val="FFFB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75012A3-1B97-D127-38F1-D2B0CAEF163D}"/>
              </a:ext>
            </a:extLst>
          </p:cNvPr>
          <p:cNvSpPr/>
          <p:nvPr/>
        </p:nvSpPr>
        <p:spPr>
          <a:xfrm>
            <a:off x="7196776" y="2232410"/>
            <a:ext cx="350196" cy="5058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6E75D61-5BCC-2288-D4C0-1607CE67D74C}"/>
              </a:ext>
            </a:extLst>
          </p:cNvPr>
          <p:cNvCxnSpPr>
            <a:cxnSpLocks/>
          </p:cNvCxnSpPr>
          <p:nvPr/>
        </p:nvCxnSpPr>
        <p:spPr>
          <a:xfrm>
            <a:off x="7725325" y="2511833"/>
            <a:ext cx="597590" cy="0"/>
          </a:xfrm>
          <a:prstGeom prst="straightConnector1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A1A74C33-DAC3-5328-A8CD-FC58FBCE3DD1}"/>
              </a:ext>
            </a:extLst>
          </p:cNvPr>
          <p:cNvSpPr/>
          <p:nvPr/>
        </p:nvSpPr>
        <p:spPr>
          <a:xfrm>
            <a:off x="7864645" y="2165782"/>
            <a:ext cx="195142" cy="280599"/>
          </a:xfrm>
          <a:prstGeom prst="rect">
            <a:avLst/>
          </a:prstGeom>
          <a:solidFill>
            <a:srgbClr val="F9D9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01F707C-96D0-B5DE-3610-67AA72E3B078}"/>
              </a:ext>
            </a:extLst>
          </p:cNvPr>
          <p:cNvSpPr txBox="1"/>
          <p:nvPr/>
        </p:nvSpPr>
        <p:spPr>
          <a:xfrm>
            <a:off x="8473041" y="2219445"/>
            <a:ext cx="11300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FTFF</a:t>
            </a:r>
            <a:endParaRPr lang="en-GB" sz="3200" b="1" dirty="0">
              <a:solidFill>
                <a:schemeClr val="tx1">
                  <a:lumMod val="50000"/>
                  <a:lumOff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7DB9A34-E342-761E-4213-D43053FAD372}"/>
              </a:ext>
            </a:extLst>
          </p:cNvPr>
          <p:cNvSpPr/>
          <p:nvPr/>
        </p:nvSpPr>
        <p:spPr>
          <a:xfrm>
            <a:off x="4007058" y="2196978"/>
            <a:ext cx="6234557" cy="7214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92E9D97E-5308-2BBC-6ED3-06FB9B82BCC6}"/>
              </a:ext>
            </a:extLst>
          </p:cNvPr>
          <p:cNvSpPr/>
          <p:nvPr/>
        </p:nvSpPr>
        <p:spPr>
          <a:xfrm>
            <a:off x="4206922" y="2092715"/>
            <a:ext cx="6234557" cy="7214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4307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80">
            <a:extLst>
              <a:ext uri="{FF2B5EF4-FFF2-40B4-BE49-F238E27FC236}">
                <a16:creationId xmlns:a16="http://schemas.microsoft.com/office/drawing/2014/main" id="{60EEE709-2F39-F45C-AAA1-359ABC959DAF}"/>
              </a:ext>
            </a:extLst>
          </p:cNvPr>
          <p:cNvSpPr/>
          <p:nvPr/>
        </p:nvSpPr>
        <p:spPr>
          <a:xfrm>
            <a:off x="635917" y="447040"/>
            <a:ext cx="6496400" cy="48742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ED158466-DFF1-670C-CD14-3ED7516F4527}"/>
              </a:ext>
            </a:extLst>
          </p:cNvPr>
          <p:cNvSpPr/>
          <p:nvPr/>
        </p:nvSpPr>
        <p:spPr>
          <a:xfrm>
            <a:off x="872031" y="1149118"/>
            <a:ext cx="1789889" cy="607914"/>
          </a:xfrm>
          <a:prstGeom prst="diamond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條件</a:t>
            </a:r>
            <a:endParaRPr lang="en-GB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1A7630F-49C7-B611-6098-8132ACDEEB2F}"/>
              </a:ext>
            </a:extLst>
          </p:cNvPr>
          <p:cNvSpPr/>
          <p:nvPr/>
        </p:nvSpPr>
        <p:spPr>
          <a:xfrm>
            <a:off x="1623492" y="567499"/>
            <a:ext cx="286968" cy="28696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204FCC6-9DBF-CCAC-FD9A-90F38DBA7E2C}"/>
              </a:ext>
            </a:extLst>
          </p:cNvPr>
          <p:cNvCxnSpPr>
            <a:cxnSpLocks/>
            <a:stCxn id="5" idx="4"/>
            <a:endCxn id="4" idx="0"/>
          </p:cNvCxnSpPr>
          <p:nvPr/>
        </p:nvCxnSpPr>
        <p:spPr>
          <a:xfrm>
            <a:off x="1766976" y="854467"/>
            <a:ext cx="0" cy="294651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7B6745C-4CE7-EEBC-F932-6132E2BD3C17}"/>
              </a:ext>
            </a:extLst>
          </p:cNvPr>
          <p:cNvCxnSpPr>
            <a:cxnSpLocks/>
            <a:stCxn id="4" idx="2"/>
            <a:endCxn id="20" idx="0"/>
          </p:cNvCxnSpPr>
          <p:nvPr/>
        </p:nvCxnSpPr>
        <p:spPr>
          <a:xfrm flipH="1">
            <a:off x="1766975" y="1757032"/>
            <a:ext cx="1" cy="294651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309C5BF-3590-9976-9CA9-D67EB6F61330}"/>
              </a:ext>
            </a:extLst>
          </p:cNvPr>
          <p:cNvSpPr/>
          <p:nvPr/>
        </p:nvSpPr>
        <p:spPr>
          <a:xfrm>
            <a:off x="1238655" y="2051683"/>
            <a:ext cx="1056639" cy="43455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執行程序</a:t>
            </a:r>
            <a:endParaRPr lang="en-GB" sz="16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D745644-2BBD-6E5F-72B5-0EB6C2DA9DBE}"/>
              </a:ext>
            </a:extLst>
          </p:cNvPr>
          <p:cNvSpPr txBox="1"/>
          <p:nvPr/>
        </p:nvSpPr>
        <p:spPr>
          <a:xfrm>
            <a:off x="1766974" y="1708895"/>
            <a:ext cx="71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800" b="1" kern="10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標楷體" panose="03000509000000000000" pitchFamily="65" charset="-120"/>
                <a:cs typeface="Times New Roman" panose="02020603050405020304" pitchFamily="18" charset="0"/>
              </a:rPr>
              <a:t>TRUE</a:t>
            </a:r>
            <a:endParaRPr lang="en-GB" dirty="0">
              <a:solidFill>
                <a:srgbClr val="00B050"/>
              </a:solidFill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DEAC3D7-2B67-4C90-EE79-47FB97C9A72D}"/>
              </a:ext>
            </a:extLst>
          </p:cNvPr>
          <p:cNvCxnSpPr>
            <a:cxnSpLocks/>
            <a:stCxn id="34" idx="3"/>
            <a:endCxn id="41" idx="1"/>
          </p:cNvCxnSpPr>
          <p:nvPr/>
        </p:nvCxnSpPr>
        <p:spPr>
          <a:xfrm>
            <a:off x="5189491" y="1453075"/>
            <a:ext cx="7433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F58BDD34-D135-342B-0133-6BB735AF5D3E}"/>
              </a:ext>
            </a:extLst>
          </p:cNvPr>
          <p:cNvSpPr txBox="1"/>
          <p:nvPr/>
        </p:nvSpPr>
        <p:spPr>
          <a:xfrm>
            <a:off x="5032877" y="1426694"/>
            <a:ext cx="899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800" b="1" kern="1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標楷體" panose="03000509000000000000" pitchFamily="65" charset="-120"/>
                <a:cs typeface="Times New Roman" panose="02020603050405020304" pitchFamily="18" charset="0"/>
              </a:rPr>
              <a:t>FALSE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4" name="Diamond 33">
            <a:extLst>
              <a:ext uri="{FF2B5EF4-FFF2-40B4-BE49-F238E27FC236}">
                <a16:creationId xmlns:a16="http://schemas.microsoft.com/office/drawing/2014/main" id="{E6F063D8-096D-D83E-4F0C-8243EFE55B29}"/>
              </a:ext>
            </a:extLst>
          </p:cNvPr>
          <p:cNvSpPr/>
          <p:nvPr/>
        </p:nvSpPr>
        <p:spPr>
          <a:xfrm>
            <a:off x="3399602" y="1149118"/>
            <a:ext cx="1789889" cy="607914"/>
          </a:xfrm>
          <a:prstGeom prst="diamond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條件</a:t>
            </a:r>
            <a:endParaRPr lang="en-GB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FF585AB3-291E-593A-13CA-569D2B79734F}"/>
              </a:ext>
            </a:extLst>
          </p:cNvPr>
          <p:cNvSpPr/>
          <p:nvPr/>
        </p:nvSpPr>
        <p:spPr>
          <a:xfrm>
            <a:off x="4151063" y="567499"/>
            <a:ext cx="286968" cy="28696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A46EA2A-6CE7-4249-038B-B75F33575712}"/>
              </a:ext>
            </a:extLst>
          </p:cNvPr>
          <p:cNvCxnSpPr>
            <a:cxnSpLocks/>
            <a:stCxn id="35" idx="4"/>
            <a:endCxn id="34" idx="0"/>
          </p:cNvCxnSpPr>
          <p:nvPr/>
        </p:nvCxnSpPr>
        <p:spPr>
          <a:xfrm>
            <a:off x="4294547" y="854467"/>
            <a:ext cx="0" cy="294651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7D31B23-117C-4751-F078-37A6F949C0CF}"/>
              </a:ext>
            </a:extLst>
          </p:cNvPr>
          <p:cNvCxnSpPr>
            <a:cxnSpLocks/>
            <a:stCxn id="34" idx="2"/>
            <a:endCxn id="38" idx="0"/>
          </p:cNvCxnSpPr>
          <p:nvPr/>
        </p:nvCxnSpPr>
        <p:spPr>
          <a:xfrm flipH="1">
            <a:off x="4294546" y="1757032"/>
            <a:ext cx="1" cy="294651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AC2D5071-2C0C-B3AC-8401-29C04A677F6F}"/>
              </a:ext>
            </a:extLst>
          </p:cNvPr>
          <p:cNvSpPr/>
          <p:nvPr/>
        </p:nvSpPr>
        <p:spPr>
          <a:xfrm>
            <a:off x="3766226" y="2051683"/>
            <a:ext cx="1056639" cy="43455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執行程序</a:t>
            </a:r>
            <a:endParaRPr lang="en-GB" sz="16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2A662C4-3A76-2E0F-82B6-DAE0DB8226BD}"/>
              </a:ext>
            </a:extLst>
          </p:cNvPr>
          <p:cNvSpPr txBox="1"/>
          <p:nvPr/>
        </p:nvSpPr>
        <p:spPr>
          <a:xfrm>
            <a:off x="4294545" y="1708895"/>
            <a:ext cx="71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800" b="1" kern="10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標楷體" panose="03000509000000000000" pitchFamily="65" charset="-120"/>
                <a:cs typeface="Times New Roman" panose="02020603050405020304" pitchFamily="18" charset="0"/>
              </a:rPr>
              <a:t>TRUE</a:t>
            </a:r>
            <a:endParaRPr lang="en-GB" dirty="0">
              <a:solidFill>
                <a:srgbClr val="00B050"/>
              </a:solidFill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46C2047-0073-7E1B-3E22-64C70596C4BA}"/>
              </a:ext>
            </a:extLst>
          </p:cNvPr>
          <p:cNvSpPr/>
          <p:nvPr/>
        </p:nvSpPr>
        <p:spPr>
          <a:xfrm>
            <a:off x="5932791" y="1235796"/>
            <a:ext cx="1056639" cy="43455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執行程序</a:t>
            </a:r>
            <a:endParaRPr lang="en-GB" sz="16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7C5F75A-D830-A977-5C51-942E184142CA}"/>
              </a:ext>
            </a:extLst>
          </p:cNvPr>
          <p:cNvCxnSpPr>
            <a:cxnSpLocks/>
            <a:stCxn id="48" idx="3"/>
            <a:endCxn id="64" idx="1"/>
          </p:cNvCxnSpPr>
          <p:nvPr/>
        </p:nvCxnSpPr>
        <p:spPr>
          <a:xfrm>
            <a:off x="2661918" y="3880724"/>
            <a:ext cx="58107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Diamond 47">
            <a:extLst>
              <a:ext uri="{FF2B5EF4-FFF2-40B4-BE49-F238E27FC236}">
                <a16:creationId xmlns:a16="http://schemas.microsoft.com/office/drawing/2014/main" id="{EAEC731E-8F27-AEFD-BAA8-AF1B1129419C}"/>
              </a:ext>
            </a:extLst>
          </p:cNvPr>
          <p:cNvSpPr/>
          <p:nvPr/>
        </p:nvSpPr>
        <p:spPr>
          <a:xfrm>
            <a:off x="872029" y="3576767"/>
            <a:ext cx="1789889" cy="607914"/>
          </a:xfrm>
          <a:prstGeom prst="diamond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條件</a:t>
            </a:r>
            <a:endParaRPr lang="en-GB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3D2D219B-535F-B1F7-47C5-F516A2C5DC28}"/>
              </a:ext>
            </a:extLst>
          </p:cNvPr>
          <p:cNvSpPr/>
          <p:nvPr/>
        </p:nvSpPr>
        <p:spPr>
          <a:xfrm>
            <a:off x="1623490" y="2995148"/>
            <a:ext cx="286968" cy="28696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1EDE4069-F462-0891-75F7-A525A1C8626C}"/>
              </a:ext>
            </a:extLst>
          </p:cNvPr>
          <p:cNvCxnSpPr>
            <a:cxnSpLocks/>
            <a:stCxn id="49" idx="4"/>
            <a:endCxn id="48" idx="0"/>
          </p:cNvCxnSpPr>
          <p:nvPr/>
        </p:nvCxnSpPr>
        <p:spPr>
          <a:xfrm>
            <a:off x="1766974" y="3282116"/>
            <a:ext cx="0" cy="294651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8F157ED-14A8-8946-515D-8F8B6C13D06E}"/>
              </a:ext>
            </a:extLst>
          </p:cNvPr>
          <p:cNvCxnSpPr>
            <a:cxnSpLocks/>
            <a:stCxn id="48" idx="2"/>
            <a:endCxn id="52" idx="0"/>
          </p:cNvCxnSpPr>
          <p:nvPr/>
        </p:nvCxnSpPr>
        <p:spPr>
          <a:xfrm flipH="1">
            <a:off x="1766973" y="4184681"/>
            <a:ext cx="1" cy="294651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73C7CC8F-5B85-267B-A504-AB64A48BE139}"/>
              </a:ext>
            </a:extLst>
          </p:cNvPr>
          <p:cNvSpPr/>
          <p:nvPr/>
        </p:nvSpPr>
        <p:spPr>
          <a:xfrm>
            <a:off x="1238653" y="4479332"/>
            <a:ext cx="1056639" cy="43455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執行程序</a:t>
            </a:r>
            <a:endParaRPr lang="en-GB" sz="16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AC92C1D-E639-A35F-478B-1C00AC8C6699}"/>
              </a:ext>
            </a:extLst>
          </p:cNvPr>
          <p:cNvSpPr txBox="1"/>
          <p:nvPr/>
        </p:nvSpPr>
        <p:spPr>
          <a:xfrm>
            <a:off x="1766972" y="4136544"/>
            <a:ext cx="71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800" b="1" kern="10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標楷體" panose="03000509000000000000" pitchFamily="65" charset="-120"/>
                <a:cs typeface="Times New Roman" panose="02020603050405020304" pitchFamily="18" charset="0"/>
              </a:rPr>
              <a:t>TRUE</a:t>
            </a:r>
            <a:endParaRPr lang="en-GB" dirty="0">
              <a:solidFill>
                <a:srgbClr val="00B050"/>
              </a:solidFill>
            </a:endParaRP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41679924-4E54-796E-86FD-415168CE52F4}"/>
              </a:ext>
            </a:extLst>
          </p:cNvPr>
          <p:cNvSpPr/>
          <p:nvPr/>
        </p:nvSpPr>
        <p:spPr>
          <a:xfrm>
            <a:off x="5630269" y="3620455"/>
            <a:ext cx="1056639" cy="43455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執行程序</a:t>
            </a:r>
            <a:endParaRPr lang="en-GB" sz="16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4" name="Diamond 63">
            <a:extLst>
              <a:ext uri="{FF2B5EF4-FFF2-40B4-BE49-F238E27FC236}">
                <a16:creationId xmlns:a16="http://schemas.microsoft.com/office/drawing/2014/main" id="{0D45292A-C652-5E88-CE35-E262F2263822}"/>
              </a:ext>
            </a:extLst>
          </p:cNvPr>
          <p:cNvSpPr/>
          <p:nvPr/>
        </p:nvSpPr>
        <p:spPr>
          <a:xfrm>
            <a:off x="3242988" y="3576767"/>
            <a:ext cx="1789889" cy="607914"/>
          </a:xfrm>
          <a:prstGeom prst="diamond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條件</a:t>
            </a:r>
            <a:endParaRPr lang="en-GB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B33C60E0-5F23-DFBD-6EB0-2AC02D564AFF}"/>
              </a:ext>
            </a:extLst>
          </p:cNvPr>
          <p:cNvCxnSpPr>
            <a:cxnSpLocks/>
            <a:endCxn id="68" idx="0"/>
          </p:cNvCxnSpPr>
          <p:nvPr/>
        </p:nvCxnSpPr>
        <p:spPr>
          <a:xfrm>
            <a:off x="4151064" y="4184681"/>
            <a:ext cx="0" cy="294651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B742E9E9-E590-5F5E-FA43-0D7200867EA7}"/>
              </a:ext>
            </a:extLst>
          </p:cNvPr>
          <p:cNvSpPr/>
          <p:nvPr/>
        </p:nvSpPr>
        <p:spPr>
          <a:xfrm>
            <a:off x="3622744" y="4479332"/>
            <a:ext cx="1056639" cy="43455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執行程序</a:t>
            </a:r>
            <a:endParaRPr lang="en-GB" sz="16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7B0EF1C-D1EA-F907-5204-D7E0B907D884}"/>
              </a:ext>
            </a:extLst>
          </p:cNvPr>
          <p:cNvSpPr txBox="1"/>
          <p:nvPr/>
        </p:nvSpPr>
        <p:spPr>
          <a:xfrm>
            <a:off x="4151063" y="4136544"/>
            <a:ext cx="71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800" b="1" kern="10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標楷體" panose="03000509000000000000" pitchFamily="65" charset="-120"/>
                <a:cs typeface="Times New Roman" panose="02020603050405020304" pitchFamily="18" charset="0"/>
              </a:rPr>
              <a:t>TRUE</a:t>
            </a:r>
            <a:endParaRPr lang="en-GB" dirty="0">
              <a:solidFill>
                <a:srgbClr val="00B050"/>
              </a:solidFill>
            </a:endParaRP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3E4CFCC8-5EC6-830D-8BE0-3B8F049FC945}"/>
              </a:ext>
            </a:extLst>
          </p:cNvPr>
          <p:cNvCxnSpPr>
            <a:cxnSpLocks/>
          </p:cNvCxnSpPr>
          <p:nvPr/>
        </p:nvCxnSpPr>
        <p:spPr>
          <a:xfrm>
            <a:off x="5041038" y="3880724"/>
            <a:ext cx="58107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052A85FE-20A6-5F69-AA7E-1329B7A10355}"/>
              </a:ext>
            </a:extLst>
          </p:cNvPr>
          <p:cNvSpPr txBox="1"/>
          <p:nvPr/>
        </p:nvSpPr>
        <p:spPr>
          <a:xfrm>
            <a:off x="4850707" y="3880724"/>
            <a:ext cx="899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800" b="1" kern="1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標楷體" panose="03000509000000000000" pitchFamily="65" charset="-120"/>
                <a:cs typeface="Times New Roman" panose="02020603050405020304" pitchFamily="18" charset="0"/>
              </a:rPr>
              <a:t>FALSE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B928BE4-3A5B-0DA1-F148-8BF57042D3D7}"/>
              </a:ext>
            </a:extLst>
          </p:cNvPr>
          <p:cNvSpPr/>
          <p:nvPr/>
        </p:nvSpPr>
        <p:spPr>
          <a:xfrm>
            <a:off x="635917" y="447040"/>
            <a:ext cx="2419111" cy="243713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E24CCF30-FC8C-D65B-FE58-BB3B8D661153}"/>
              </a:ext>
            </a:extLst>
          </p:cNvPr>
          <p:cNvSpPr/>
          <p:nvPr/>
        </p:nvSpPr>
        <p:spPr>
          <a:xfrm>
            <a:off x="3055028" y="447040"/>
            <a:ext cx="4077289" cy="243713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40A19F9-AB4E-FD7D-959C-7792230DC448}"/>
              </a:ext>
            </a:extLst>
          </p:cNvPr>
          <p:cNvSpPr/>
          <p:nvPr/>
        </p:nvSpPr>
        <p:spPr>
          <a:xfrm>
            <a:off x="635918" y="2884178"/>
            <a:ext cx="6496400" cy="243713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8" name="文字方塊 85">
            <a:extLst>
              <a:ext uri="{FF2B5EF4-FFF2-40B4-BE49-F238E27FC236}">
                <a16:creationId xmlns:a16="http://schemas.microsoft.com/office/drawing/2014/main" id="{BE6FFDAA-EC27-AC7E-61AF-2D4187B9E9A5}"/>
              </a:ext>
            </a:extLst>
          </p:cNvPr>
          <p:cNvSpPr txBox="1"/>
          <p:nvPr/>
        </p:nvSpPr>
        <p:spPr>
          <a:xfrm>
            <a:off x="710810" y="2539358"/>
            <a:ext cx="429142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TW" sz="1400" b="1" dirty="0">
                <a:solidFill>
                  <a:srgbClr val="000000"/>
                </a:solidFill>
                <a:latin typeface="Consolas" panose="020B0609020204030204" pitchFamily="49" charset="0"/>
                <a:ea typeface="標楷體" panose="03000509000000000000" pitchFamily="65" charset="-120"/>
                <a:cs typeface="Times New Roman" panose="02020603050405020304" pitchFamily="18" charset="0"/>
              </a:rPr>
              <a:t>if</a:t>
            </a:r>
            <a:endParaRPr lang="en-US" altLang="zh-TW" sz="1400" b="1" dirty="0">
              <a:solidFill>
                <a:srgbClr val="000000"/>
              </a:solidFill>
              <a:effectLst/>
              <a:latin typeface="Consolas" panose="020B0609020204030204" pitchFamily="49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9" name="文字方塊 85">
            <a:extLst>
              <a:ext uri="{FF2B5EF4-FFF2-40B4-BE49-F238E27FC236}">
                <a16:creationId xmlns:a16="http://schemas.microsoft.com/office/drawing/2014/main" id="{AE44D553-B175-1110-B86C-B90C8D66FC36}"/>
              </a:ext>
            </a:extLst>
          </p:cNvPr>
          <p:cNvSpPr txBox="1"/>
          <p:nvPr/>
        </p:nvSpPr>
        <p:spPr>
          <a:xfrm>
            <a:off x="3129919" y="2539358"/>
            <a:ext cx="1069677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TW" sz="1400" b="1" dirty="0">
                <a:solidFill>
                  <a:srgbClr val="000000"/>
                </a:solidFill>
                <a:latin typeface="Consolas" panose="020B0609020204030204" pitchFamily="49" charset="0"/>
                <a:ea typeface="標楷體" panose="03000509000000000000" pitchFamily="65" charset="-120"/>
                <a:cs typeface="Times New Roman" panose="02020603050405020304" pitchFamily="18" charset="0"/>
              </a:rPr>
              <a:t>if - else</a:t>
            </a:r>
            <a:endParaRPr lang="en-US" altLang="zh-TW" sz="1400" b="1" dirty="0">
              <a:solidFill>
                <a:srgbClr val="000000"/>
              </a:solidFill>
              <a:effectLst/>
              <a:latin typeface="Consolas" panose="020B0609020204030204" pitchFamily="49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0" name="文字方塊 85">
            <a:extLst>
              <a:ext uri="{FF2B5EF4-FFF2-40B4-BE49-F238E27FC236}">
                <a16:creationId xmlns:a16="http://schemas.microsoft.com/office/drawing/2014/main" id="{61514BF2-2103-A422-39E4-566CFFFCF12F}"/>
              </a:ext>
            </a:extLst>
          </p:cNvPr>
          <p:cNvSpPr txBox="1"/>
          <p:nvPr/>
        </p:nvSpPr>
        <p:spPr>
          <a:xfrm>
            <a:off x="687377" y="4974504"/>
            <a:ext cx="2153100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TW" sz="1400" b="1" dirty="0">
                <a:solidFill>
                  <a:srgbClr val="000000"/>
                </a:solidFill>
                <a:latin typeface="Consolas" panose="020B0609020204030204" pitchFamily="49" charset="0"/>
                <a:ea typeface="標楷體" panose="03000509000000000000" pitchFamily="65" charset="-120"/>
                <a:cs typeface="Times New Roman" panose="02020603050405020304" pitchFamily="18" charset="0"/>
              </a:rPr>
              <a:t>if - else if - else</a:t>
            </a:r>
            <a:endParaRPr lang="en-US" altLang="zh-TW" sz="1400" b="1" dirty="0">
              <a:solidFill>
                <a:srgbClr val="000000"/>
              </a:solidFill>
              <a:effectLst/>
              <a:latin typeface="Consolas" panose="020B0609020204030204" pitchFamily="49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E955372-718D-0AAB-4FDC-A73C7E6CDA2B}"/>
              </a:ext>
            </a:extLst>
          </p:cNvPr>
          <p:cNvSpPr txBox="1"/>
          <p:nvPr/>
        </p:nvSpPr>
        <p:spPr>
          <a:xfrm>
            <a:off x="2473201" y="3880724"/>
            <a:ext cx="899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800" b="1" kern="1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標楷體" panose="03000509000000000000" pitchFamily="65" charset="-120"/>
                <a:cs typeface="Times New Roman" panose="02020603050405020304" pitchFamily="18" charset="0"/>
              </a:rPr>
              <a:t>FALSE</a:t>
            </a:r>
            <a:endParaRPr lang="en-GB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9921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Rectangle 295">
            <a:extLst>
              <a:ext uri="{FF2B5EF4-FFF2-40B4-BE49-F238E27FC236}">
                <a16:creationId xmlns:a16="http://schemas.microsoft.com/office/drawing/2014/main" id="{D1D1B421-28AC-515D-2BA2-AA3ACEA0B8F2}"/>
              </a:ext>
            </a:extLst>
          </p:cNvPr>
          <p:cNvSpPr/>
          <p:nvPr/>
        </p:nvSpPr>
        <p:spPr>
          <a:xfrm>
            <a:off x="497694" y="934720"/>
            <a:ext cx="9012066" cy="558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9A440D-60A3-C07B-F4BD-465AE5D25C18}"/>
              </a:ext>
            </a:extLst>
          </p:cNvPr>
          <p:cNvSpPr/>
          <p:nvPr/>
        </p:nvSpPr>
        <p:spPr>
          <a:xfrm>
            <a:off x="642007" y="2633664"/>
            <a:ext cx="350196" cy="26511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B3C0D9-2C29-4592-340B-572637A0DADB}"/>
              </a:ext>
            </a:extLst>
          </p:cNvPr>
          <p:cNvSpPr/>
          <p:nvPr/>
        </p:nvSpPr>
        <p:spPr>
          <a:xfrm>
            <a:off x="992203" y="2633664"/>
            <a:ext cx="350196" cy="265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8AB152-01E0-1EA6-22CE-12D97CE57745}"/>
              </a:ext>
            </a:extLst>
          </p:cNvPr>
          <p:cNvSpPr/>
          <p:nvPr/>
        </p:nvSpPr>
        <p:spPr>
          <a:xfrm>
            <a:off x="1342399" y="2633664"/>
            <a:ext cx="350196" cy="265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4C21B7-F8BC-7897-C12A-38DF634DA01A}"/>
              </a:ext>
            </a:extLst>
          </p:cNvPr>
          <p:cNvSpPr/>
          <p:nvPr/>
        </p:nvSpPr>
        <p:spPr>
          <a:xfrm>
            <a:off x="1692595" y="2633664"/>
            <a:ext cx="350196" cy="265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58B770-B13F-BFDE-F8AA-DFB07215911E}"/>
              </a:ext>
            </a:extLst>
          </p:cNvPr>
          <p:cNvSpPr/>
          <p:nvPr/>
        </p:nvSpPr>
        <p:spPr>
          <a:xfrm>
            <a:off x="642007" y="2898776"/>
            <a:ext cx="350196" cy="26511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75E315-CF18-14FA-6585-DE5DA5A1C491}"/>
              </a:ext>
            </a:extLst>
          </p:cNvPr>
          <p:cNvSpPr/>
          <p:nvPr/>
        </p:nvSpPr>
        <p:spPr>
          <a:xfrm>
            <a:off x="992203" y="2898776"/>
            <a:ext cx="350196" cy="265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A2FAC2-9CDE-A6F2-BDDC-999F41C16BC6}"/>
              </a:ext>
            </a:extLst>
          </p:cNvPr>
          <p:cNvSpPr/>
          <p:nvPr/>
        </p:nvSpPr>
        <p:spPr>
          <a:xfrm>
            <a:off x="1342399" y="3164121"/>
            <a:ext cx="350196" cy="265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5FACEB6-795C-6B36-65BE-CB6056E4600F}"/>
              </a:ext>
            </a:extLst>
          </p:cNvPr>
          <p:cNvSpPr/>
          <p:nvPr/>
        </p:nvSpPr>
        <p:spPr>
          <a:xfrm>
            <a:off x="1692595" y="2458115"/>
            <a:ext cx="350196" cy="1755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B5DE313-2830-0445-AA27-6CA26A48CBE5}"/>
              </a:ext>
            </a:extLst>
          </p:cNvPr>
          <p:cNvSpPr/>
          <p:nvPr/>
        </p:nvSpPr>
        <p:spPr>
          <a:xfrm>
            <a:off x="1342399" y="2458115"/>
            <a:ext cx="350196" cy="1755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C7B848A-7B4D-205C-2D2C-57E770EC4B73}"/>
              </a:ext>
            </a:extLst>
          </p:cNvPr>
          <p:cNvSpPr/>
          <p:nvPr/>
        </p:nvSpPr>
        <p:spPr>
          <a:xfrm>
            <a:off x="992203" y="2458115"/>
            <a:ext cx="350196" cy="1755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962C65F-BA3E-1600-93E3-150AEC48B182}"/>
              </a:ext>
            </a:extLst>
          </p:cNvPr>
          <p:cNvSpPr/>
          <p:nvPr/>
        </p:nvSpPr>
        <p:spPr>
          <a:xfrm>
            <a:off x="642007" y="2458115"/>
            <a:ext cx="350196" cy="1755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1210FF3-ACF5-40A9-541A-5ED30B0594B1}"/>
              </a:ext>
            </a:extLst>
          </p:cNvPr>
          <p:cNvSpPr/>
          <p:nvPr/>
        </p:nvSpPr>
        <p:spPr>
          <a:xfrm>
            <a:off x="1342399" y="2898776"/>
            <a:ext cx="350196" cy="265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C72C347-CE1B-EBDC-6955-EC3443CD8E16}"/>
              </a:ext>
            </a:extLst>
          </p:cNvPr>
          <p:cNvSpPr/>
          <p:nvPr/>
        </p:nvSpPr>
        <p:spPr>
          <a:xfrm>
            <a:off x="1692595" y="2898776"/>
            <a:ext cx="350196" cy="265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52E5938-E8E8-54D2-5DA2-FB009B4CDC20}"/>
              </a:ext>
            </a:extLst>
          </p:cNvPr>
          <p:cNvSpPr/>
          <p:nvPr/>
        </p:nvSpPr>
        <p:spPr>
          <a:xfrm>
            <a:off x="642007" y="3425423"/>
            <a:ext cx="350196" cy="26511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388E579-BB08-7197-8F4D-1C5139B164D7}"/>
              </a:ext>
            </a:extLst>
          </p:cNvPr>
          <p:cNvSpPr/>
          <p:nvPr/>
        </p:nvSpPr>
        <p:spPr>
          <a:xfrm>
            <a:off x="992203" y="3425423"/>
            <a:ext cx="350196" cy="265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2D1005A-C7D3-FE10-FD83-FB29F0366497}"/>
              </a:ext>
            </a:extLst>
          </p:cNvPr>
          <p:cNvSpPr/>
          <p:nvPr/>
        </p:nvSpPr>
        <p:spPr>
          <a:xfrm>
            <a:off x="1342399" y="3429233"/>
            <a:ext cx="350196" cy="265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6137DC-EDCB-F312-5858-83767DEBE0E9}"/>
              </a:ext>
            </a:extLst>
          </p:cNvPr>
          <p:cNvSpPr/>
          <p:nvPr/>
        </p:nvSpPr>
        <p:spPr>
          <a:xfrm>
            <a:off x="1692595" y="3425423"/>
            <a:ext cx="350196" cy="265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A854116-5093-DB86-2250-C648CFAE45AD}"/>
              </a:ext>
            </a:extLst>
          </p:cNvPr>
          <p:cNvSpPr/>
          <p:nvPr/>
        </p:nvSpPr>
        <p:spPr>
          <a:xfrm>
            <a:off x="642007" y="3686958"/>
            <a:ext cx="350196" cy="265112"/>
          </a:xfrm>
          <a:prstGeom prst="rect">
            <a:avLst/>
          </a:prstGeom>
          <a:solidFill>
            <a:srgbClr val="E6D5F3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59B9307-1D3E-6F71-D723-162FF9640983}"/>
              </a:ext>
            </a:extLst>
          </p:cNvPr>
          <p:cNvSpPr/>
          <p:nvPr/>
        </p:nvSpPr>
        <p:spPr>
          <a:xfrm>
            <a:off x="992203" y="3686958"/>
            <a:ext cx="350196" cy="265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5C255E3-6E99-A843-EF8A-110C2F7F8FF3}"/>
              </a:ext>
            </a:extLst>
          </p:cNvPr>
          <p:cNvSpPr/>
          <p:nvPr/>
        </p:nvSpPr>
        <p:spPr>
          <a:xfrm>
            <a:off x="1342399" y="3686958"/>
            <a:ext cx="350196" cy="265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4128E37-3935-7D47-C81C-89DEF369C5A0}"/>
              </a:ext>
            </a:extLst>
          </p:cNvPr>
          <p:cNvSpPr/>
          <p:nvPr/>
        </p:nvSpPr>
        <p:spPr>
          <a:xfrm>
            <a:off x="1692595" y="3686958"/>
            <a:ext cx="350196" cy="265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CAEC722-FD2B-C7D3-0403-24DB0CA44E6D}"/>
              </a:ext>
            </a:extLst>
          </p:cNvPr>
          <p:cNvSpPr/>
          <p:nvPr/>
        </p:nvSpPr>
        <p:spPr>
          <a:xfrm>
            <a:off x="992203" y="3163888"/>
            <a:ext cx="350196" cy="265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EEA86B2-BB52-C3D6-7ABA-30B6CFEFB3BF}"/>
              </a:ext>
            </a:extLst>
          </p:cNvPr>
          <p:cNvSpPr/>
          <p:nvPr/>
        </p:nvSpPr>
        <p:spPr>
          <a:xfrm>
            <a:off x="1692595" y="3163888"/>
            <a:ext cx="350196" cy="265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6213585-C026-614B-50F9-4491B9787261}"/>
              </a:ext>
            </a:extLst>
          </p:cNvPr>
          <p:cNvSpPr/>
          <p:nvPr/>
        </p:nvSpPr>
        <p:spPr>
          <a:xfrm>
            <a:off x="642007" y="3163888"/>
            <a:ext cx="350196" cy="2651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70208FA-FD49-C367-CF07-15BEFECE169A}"/>
              </a:ext>
            </a:extLst>
          </p:cNvPr>
          <p:cNvSpPr/>
          <p:nvPr/>
        </p:nvSpPr>
        <p:spPr>
          <a:xfrm>
            <a:off x="2458357" y="2633662"/>
            <a:ext cx="350196" cy="265112"/>
          </a:xfrm>
          <a:prstGeom prst="rect">
            <a:avLst/>
          </a:prstGeom>
          <a:solidFill>
            <a:srgbClr val="BDEEFF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B1A1B2E-6369-22A4-0CC6-D9A0892FBEEA}"/>
              </a:ext>
            </a:extLst>
          </p:cNvPr>
          <p:cNvSpPr/>
          <p:nvPr/>
        </p:nvSpPr>
        <p:spPr>
          <a:xfrm>
            <a:off x="2808553" y="2633662"/>
            <a:ext cx="350196" cy="265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7EBCBE7-61F9-76EB-570C-B711377723D5}"/>
              </a:ext>
            </a:extLst>
          </p:cNvPr>
          <p:cNvSpPr/>
          <p:nvPr/>
        </p:nvSpPr>
        <p:spPr>
          <a:xfrm>
            <a:off x="3158749" y="2633662"/>
            <a:ext cx="350196" cy="265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830528C-A47F-C0A8-421C-F1B3CA8006CF}"/>
              </a:ext>
            </a:extLst>
          </p:cNvPr>
          <p:cNvSpPr/>
          <p:nvPr/>
        </p:nvSpPr>
        <p:spPr>
          <a:xfrm>
            <a:off x="3508945" y="2633662"/>
            <a:ext cx="350196" cy="265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ADC56F1-C414-FB5D-9447-2DCAF33E2033}"/>
              </a:ext>
            </a:extLst>
          </p:cNvPr>
          <p:cNvSpPr/>
          <p:nvPr/>
        </p:nvSpPr>
        <p:spPr>
          <a:xfrm>
            <a:off x="3859141" y="2633662"/>
            <a:ext cx="350196" cy="265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E0812BC-DE7E-1AE3-DC05-739F09AD116B}"/>
              </a:ext>
            </a:extLst>
          </p:cNvPr>
          <p:cNvSpPr/>
          <p:nvPr/>
        </p:nvSpPr>
        <p:spPr>
          <a:xfrm>
            <a:off x="2458357" y="3679795"/>
            <a:ext cx="350196" cy="26511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459AAC0-A7F1-FA3E-4E27-0A6519FD5C96}"/>
              </a:ext>
            </a:extLst>
          </p:cNvPr>
          <p:cNvSpPr/>
          <p:nvPr/>
        </p:nvSpPr>
        <p:spPr>
          <a:xfrm>
            <a:off x="2808553" y="2898774"/>
            <a:ext cx="350196" cy="265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1B8B5FC-D4D0-B0FB-E458-61462E361AD5}"/>
              </a:ext>
            </a:extLst>
          </p:cNvPr>
          <p:cNvSpPr/>
          <p:nvPr/>
        </p:nvSpPr>
        <p:spPr>
          <a:xfrm>
            <a:off x="3158749" y="3160308"/>
            <a:ext cx="350196" cy="265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C9E9D3F-BAA6-A7DB-8C7D-A4A190516A65}"/>
              </a:ext>
            </a:extLst>
          </p:cNvPr>
          <p:cNvSpPr/>
          <p:nvPr/>
        </p:nvSpPr>
        <p:spPr>
          <a:xfrm>
            <a:off x="3158749" y="2898774"/>
            <a:ext cx="350196" cy="265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676CF86-FFB8-85B3-5A59-A9BF695920E5}"/>
              </a:ext>
            </a:extLst>
          </p:cNvPr>
          <p:cNvSpPr/>
          <p:nvPr/>
        </p:nvSpPr>
        <p:spPr>
          <a:xfrm>
            <a:off x="3508945" y="2898774"/>
            <a:ext cx="350196" cy="265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4255D05-E774-3084-1078-E234EC606630}"/>
              </a:ext>
            </a:extLst>
          </p:cNvPr>
          <p:cNvSpPr/>
          <p:nvPr/>
        </p:nvSpPr>
        <p:spPr>
          <a:xfrm>
            <a:off x="3859141" y="2898774"/>
            <a:ext cx="350196" cy="265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355476E-8761-1122-FAAF-C97797D41674}"/>
              </a:ext>
            </a:extLst>
          </p:cNvPr>
          <p:cNvSpPr/>
          <p:nvPr/>
        </p:nvSpPr>
        <p:spPr>
          <a:xfrm>
            <a:off x="2458357" y="2898774"/>
            <a:ext cx="350196" cy="26511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944EBDE-A2C5-FA9C-659E-85F244B69E08}"/>
              </a:ext>
            </a:extLst>
          </p:cNvPr>
          <p:cNvSpPr/>
          <p:nvPr/>
        </p:nvSpPr>
        <p:spPr>
          <a:xfrm>
            <a:off x="2808553" y="3421842"/>
            <a:ext cx="350196" cy="265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A4022EB-5F65-D8D8-DC33-EC8AF2B03D43}"/>
              </a:ext>
            </a:extLst>
          </p:cNvPr>
          <p:cNvSpPr/>
          <p:nvPr/>
        </p:nvSpPr>
        <p:spPr>
          <a:xfrm>
            <a:off x="3158749" y="3419734"/>
            <a:ext cx="350196" cy="265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3E3C475-EA50-5208-56E7-6F98A16AC832}"/>
              </a:ext>
            </a:extLst>
          </p:cNvPr>
          <p:cNvSpPr/>
          <p:nvPr/>
        </p:nvSpPr>
        <p:spPr>
          <a:xfrm>
            <a:off x="3508945" y="3421842"/>
            <a:ext cx="350196" cy="265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07D24E0-1653-311C-B46A-D663E9F10206}"/>
              </a:ext>
            </a:extLst>
          </p:cNvPr>
          <p:cNvSpPr/>
          <p:nvPr/>
        </p:nvSpPr>
        <p:spPr>
          <a:xfrm>
            <a:off x="3859141" y="3421842"/>
            <a:ext cx="350196" cy="265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96D9401-731B-396E-1B5E-CBD2717AEFF5}"/>
              </a:ext>
            </a:extLst>
          </p:cNvPr>
          <p:cNvSpPr/>
          <p:nvPr/>
        </p:nvSpPr>
        <p:spPr>
          <a:xfrm>
            <a:off x="2458357" y="3421841"/>
            <a:ext cx="350196" cy="265112"/>
          </a:xfrm>
          <a:prstGeom prst="rect">
            <a:avLst/>
          </a:prstGeom>
          <a:solidFill>
            <a:srgbClr val="E6D5F3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FF699C5-EEF1-9C46-C5FF-8650F6FD6EB0}"/>
              </a:ext>
            </a:extLst>
          </p:cNvPr>
          <p:cNvSpPr/>
          <p:nvPr/>
        </p:nvSpPr>
        <p:spPr>
          <a:xfrm>
            <a:off x="2808553" y="3679796"/>
            <a:ext cx="350196" cy="265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3B5439E1-CF1F-D486-B311-9E7F6E84574C}"/>
              </a:ext>
            </a:extLst>
          </p:cNvPr>
          <p:cNvSpPr/>
          <p:nvPr/>
        </p:nvSpPr>
        <p:spPr>
          <a:xfrm>
            <a:off x="3158749" y="3679796"/>
            <a:ext cx="350196" cy="265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7050F194-68DD-632C-D9BF-69519AC78CAF}"/>
              </a:ext>
            </a:extLst>
          </p:cNvPr>
          <p:cNvSpPr/>
          <p:nvPr/>
        </p:nvSpPr>
        <p:spPr>
          <a:xfrm>
            <a:off x="3508945" y="3679796"/>
            <a:ext cx="350196" cy="265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1E4DDA7E-5BE5-5C1C-45E3-881B8E2D93E9}"/>
              </a:ext>
            </a:extLst>
          </p:cNvPr>
          <p:cNvSpPr/>
          <p:nvPr/>
        </p:nvSpPr>
        <p:spPr>
          <a:xfrm>
            <a:off x="3859141" y="3679796"/>
            <a:ext cx="350196" cy="265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98620CF4-AE9D-3A07-51FC-948BCA66132B}"/>
              </a:ext>
            </a:extLst>
          </p:cNvPr>
          <p:cNvSpPr/>
          <p:nvPr/>
        </p:nvSpPr>
        <p:spPr>
          <a:xfrm>
            <a:off x="2808553" y="3160308"/>
            <a:ext cx="350196" cy="265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29D70649-E7D1-CAB5-FFAE-910301BCBBB2}"/>
              </a:ext>
            </a:extLst>
          </p:cNvPr>
          <p:cNvSpPr/>
          <p:nvPr/>
        </p:nvSpPr>
        <p:spPr>
          <a:xfrm>
            <a:off x="3859141" y="3160308"/>
            <a:ext cx="350196" cy="265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C6A18DE-C0E1-34FF-95B9-5F06849E5685}"/>
              </a:ext>
            </a:extLst>
          </p:cNvPr>
          <p:cNvSpPr/>
          <p:nvPr/>
        </p:nvSpPr>
        <p:spPr>
          <a:xfrm>
            <a:off x="3508945" y="3160308"/>
            <a:ext cx="350196" cy="265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9D17DDDB-576E-192D-66FE-49CF8BAD7EAA}"/>
              </a:ext>
            </a:extLst>
          </p:cNvPr>
          <p:cNvSpPr/>
          <p:nvPr/>
        </p:nvSpPr>
        <p:spPr>
          <a:xfrm>
            <a:off x="2458357" y="3160308"/>
            <a:ext cx="350196" cy="265112"/>
          </a:xfrm>
          <a:prstGeom prst="rect">
            <a:avLst/>
          </a:prstGeom>
          <a:solidFill>
            <a:srgbClr val="FFE28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E5A24B63-1ED7-159C-B2C1-697D806C1929}"/>
              </a:ext>
            </a:extLst>
          </p:cNvPr>
          <p:cNvSpPr/>
          <p:nvPr/>
        </p:nvSpPr>
        <p:spPr>
          <a:xfrm>
            <a:off x="3508945" y="2458115"/>
            <a:ext cx="350196" cy="1755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13C4FC71-FFF4-9B54-1E30-7D40CB5693E9}"/>
              </a:ext>
            </a:extLst>
          </p:cNvPr>
          <p:cNvSpPr/>
          <p:nvPr/>
        </p:nvSpPr>
        <p:spPr>
          <a:xfrm>
            <a:off x="3158749" y="2458115"/>
            <a:ext cx="350196" cy="1755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A30C816F-886D-C326-7188-1B9832A7ECB2}"/>
              </a:ext>
            </a:extLst>
          </p:cNvPr>
          <p:cNvSpPr/>
          <p:nvPr/>
        </p:nvSpPr>
        <p:spPr>
          <a:xfrm>
            <a:off x="2808553" y="2458115"/>
            <a:ext cx="350196" cy="1755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5BC22B26-6986-77EC-BC4C-FBB807B34E09}"/>
              </a:ext>
            </a:extLst>
          </p:cNvPr>
          <p:cNvSpPr/>
          <p:nvPr/>
        </p:nvSpPr>
        <p:spPr>
          <a:xfrm>
            <a:off x="2458357" y="2458115"/>
            <a:ext cx="350196" cy="1755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D13AE67B-9D28-0748-CA17-9692C42D3F14}"/>
              </a:ext>
            </a:extLst>
          </p:cNvPr>
          <p:cNvSpPr/>
          <p:nvPr/>
        </p:nvSpPr>
        <p:spPr>
          <a:xfrm>
            <a:off x="3859141" y="2458115"/>
            <a:ext cx="350196" cy="1755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FC35D3-449D-4CD4-9A73-A37EE70FE3CF}"/>
              </a:ext>
            </a:extLst>
          </p:cNvPr>
          <p:cNvSpPr/>
          <p:nvPr/>
        </p:nvSpPr>
        <p:spPr>
          <a:xfrm>
            <a:off x="6163885" y="2633664"/>
            <a:ext cx="350196" cy="26511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C3C7C1-3261-A71A-6657-EBB7A3CEE0BD}"/>
              </a:ext>
            </a:extLst>
          </p:cNvPr>
          <p:cNvSpPr/>
          <p:nvPr/>
        </p:nvSpPr>
        <p:spPr>
          <a:xfrm>
            <a:off x="6514081" y="2633664"/>
            <a:ext cx="350196" cy="265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7A2F9B-2BC9-0493-1256-DDA923541E7B}"/>
              </a:ext>
            </a:extLst>
          </p:cNvPr>
          <p:cNvSpPr/>
          <p:nvPr/>
        </p:nvSpPr>
        <p:spPr>
          <a:xfrm>
            <a:off x="6864277" y="2633664"/>
            <a:ext cx="350196" cy="265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FC4B047-7ABF-AFE5-2DA7-5B4A5CA284DE}"/>
              </a:ext>
            </a:extLst>
          </p:cNvPr>
          <p:cNvSpPr/>
          <p:nvPr/>
        </p:nvSpPr>
        <p:spPr>
          <a:xfrm>
            <a:off x="7214473" y="2633664"/>
            <a:ext cx="350196" cy="265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07E60F-92C2-8875-9909-9F4FF95EAD9B}"/>
              </a:ext>
            </a:extLst>
          </p:cNvPr>
          <p:cNvSpPr/>
          <p:nvPr/>
        </p:nvSpPr>
        <p:spPr>
          <a:xfrm>
            <a:off x="6163885" y="2898776"/>
            <a:ext cx="350196" cy="26511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5E0D02-6FD2-B09C-87E7-90CD32D8F35E}"/>
              </a:ext>
            </a:extLst>
          </p:cNvPr>
          <p:cNvSpPr/>
          <p:nvPr/>
        </p:nvSpPr>
        <p:spPr>
          <a:xfrm>
            <a:off x="6514081" y="2898776"/>
            <a:ext cx="350196" cy="265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FFBB41-1E77-C176-7B3C-1B15D3C07598}"/>
              </a:ext>
            </a:extLst>
          </p:cNvPr>
          <p:cNvSpPr/>
          <p:nvPr/>
        </p:nvSpPr>
        <p:spPr>
          <a:xfrm>
            <a:off x="6864277" y="3164121"/>
            <a:ext cx="350196" cy="265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594-AB25-2FFC-CFBC-A89F7B7AACDD}"/>
              </a:ext>
            </a:extLst>
          </p:cNvPr>
          <p:cNvSpPr/>
          <p:nvPr/>
        </p:nvSpPr>
        <p:spPr>
          <a:xfrm>
            <a:off x="7214473" y="2458115"/>
            <a:ext cx="350196" cy="1755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59379D6-88D3-4502-4995-C9A5ABB62060}"/>
              </a:ext>
            </a:extLst>
          </p:cNvPr>
          <p:cNvSpPr/>
          <p:nvPr/>
        </p:nvSpPr>
        <p:spPr>
          <a:xfrm>
            <a:off x="6864277" y="2458115"/>
            <a:ext cx="350196" cy="1755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61A424-4A66-7E9D-735F-C1A6209B9E01}"/>
              </a:ext>
            </a:extLst>
          </p:cNvPr>
          <p:cNvSpPr/>
          <p:nvPr/>
        </p:nvSpPr>
        <p:spPr>
          <a:xfrm>
            <a:off x="6514081" y="2458115"/>
            <a:ext cx="350196" cy="1755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96251F5-EEC7-E5F1-BBCF-AA71CF47E75A}"/>
              </a:ext>
            </a:extLst>
          </p:cNvPr>
          <p:cNvSpPr/>
          <p:nvPr/>
        </p:nvSpPr>
        <p:spPr>
          <a:xfrm>
            <a:off x="6163885" y="2458115"/>
            <a:ext cx="350196" cy="1755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8806A66-A3C7-D9B1-B71C-D1A41B67527C}"/>
              </a:ext>
            </a:extLst>
          </p:cNvPr>
          <p:cNvSpPr/>
          <p:nvPr/>
        </p:nvSpPr>
        <p:spPr>
          <a:xfrm>
            <a:off x="6864277" y="2898776"/>
            <a:ext cx="350196" cy="265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9302F07-1441-DBDE-6E66-30582AF12247}"/>
              </a:ext>
            </a:extLst>
          </p:cNvPr>
          <p:cNvSpPr/>
          <p:nvPr/>
        </p:nvSpPr>
        <p:spPr>
          <a:xfrm>
            <a:off x="7214473" y="2898776"/>
            <a:ext cx="350196" cy="265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5595B0D-02B1-92D3-763C-1559B0F62E88}"/>
              </a:ext>
            </a:extLst>
          </p:cNvPr>
          <p:cNvSpPr/>
          <p:nvPr/>
        </p:nvSpPr>
        <p:spPr>
          <a:xfrm>
            <a:off x="6163885" y="3425423"/>
            <a:ext cx="350196" cy="26511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E879B8E-C94B-4F5C-6BDF-5695BE433048}"/>
              </a:ext>
            </a:extLst>
          </p:cNvPr>
          <p:cNvSpPr/>
          <p:nvPr/>
        </p:nvSpPr>
        <p:spPr>
          <a:xfrm>
            <a:off x="6514081" y="3425423"/>
            <a:ext cx="350196" cy="265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A402A80-096C-5EC7-34D1-19BB12A257F5}"/>
              </a:ext>
            </a:extLst>
          </p:cNvPr>
          <p:cNvSpPr/>
          <p:nvPr/>
        </p:nvSpPr>
        <p:spPr>
          <a:xfrm>
            <a:off x="6864277" y="3429233"/>
            <a:ext cx="350196" cy="265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97AE603-5501-7A0C-DC6D-D28AA477905D}"/>
              </a:ext>
            </a:extLst>
          </p:cNvPr>
          <p:cNvSpPr/>
          <p:nvPr/>
        </p:nvSpPr>
        <p:spPr>
          <a:xfrm>
            <a:off x="7214473" y="3425423"/>
            <a:ext cx="350196" cy="265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0C1C73F-477B-BEB7-C339-0C32EC3667F4}"/>
              </a:ext>
            </a:extLst>
          </p:cNvPr>
          <p:cNvSpPr/>
          <p:nvPr/>
        </p:nvSpPr>
        <p:spPr>
          <a:xfrm>
            <a:off x="6163885" y="3686958"/>
            <a:ext cx="350196" cy="265112"/>
          </a:xfrm>
          <a:prstGeom prst="rect">
            <a:avLst/>
          </a:prstGeom>
          <a:solidFill>
            <a:srgbClr val="E6D5F3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B3A4A42-B75F-8BB6-424A-E0E9B5AD1A82}"/>
              </a:ext>
            </a:extLst>
          </p:cNvPr>
          <p:cNvSpPr/>
          <p:nvPr/>
        </p:nvSpPr>
        <p:spPr>
          <a:xfrm>
            <a:off x="6514081" y="3686958"/>
            <a:ext cx="350196" cy="265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2AD1A8C-F9B6-9CAC-F293-17F460B2749D}"/>
              </a:ext>
            </a:extLst>
          </p:cNvPr>
          <p:cNvSpPr/>
          <p:nvPr/>
        </p:nvSpPr>
        <p:spPr>
          <a:xfrm>
            <a:off x="6864277" y="3686958"/>
            <a:ext cx="350196" cy="265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A460FF3-E82D-0B78-0F77-001F68AB9025}"/>
              </a:ext>
            </a:extLst>
          </p:cNvPr>
          <p:cNvSpPr/>
          <p:nvPr/>
        </p:nvSpPr>
        <p:spPr>
          <a:xfrm>
            <a:off x="7214473" y="3686958"/>
            <a:ext cx="350196" cy="265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6F35AB9-7436-A8AA-7145-FDDF4A7A96F6}"/>
              </a:ext>
            </a:extLst>
          </p:cNvPr>
          <p:cNvSpPr/>
          <p:nvPr/>
        </p:nvSpPr>
        <p:spPr>
          <a:xfrm>
            <a:off x="6514081" y="3163888"/>
            <a:ext cx="350196" cy="265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87CC41C-CB24-EB16-1FD9-F6EA711DA2D9}"/>
              </a:ext>
            </a:extLst>
          </p:cNvPr>
          <p:cNvSpPr/>
          <p:nvPr/>
        </p:nvSpPr>
        <p:spPr>
          <a:xfrm>
            <a:off x="7214473" y="3163888"/>
            <a:ext cx="350196" cy="265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3C50961-4465-19B4-F97B-3633836E7436}"/>
              </a:ext>
            </a:extLst>
          </p:cNvPr>
          <p:cNvSpPr/>
          <p:nvPr/>
        </p:nvSpPr>
        <p:spPr>
          <a:xfrm>
            <a:off x="6163885" y="3163888"/>
            <a:ext cx="350196" cy="2651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EEA11810-CF2A-269C-42BA-7F8DF47B92D3}"/>
              </a:ext>
            </a:extLst>
          </p:cNvPr>
          <p:cNvSpPr/>
          <p:nvPr/>
        </p:nvSpPr>
        <p:spPr>
          <a:xfrm>
            <a:off x="7564669" y="2898776"/>
            <a:ext cx="350196" cy="26511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62F25353-B09D-356E-5455-CA2166FDBA42}"/>
              </a:ext>
            </a:extLst>
          </p:cNvPr>
          <p:cNvSpPr/>
          <p:nvPr/>
        </p:nvSpPr>
        <p:spPr>
          <a:xfrm>
            <a:off x="7914865" y="3421844"/>
            <a:ext cx="350196" cy="265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17D3A817-15C1-4D25-9E9A-E144526122D9}"/>
              </a:ext>
            </a:extLst>
          </p:cNvPr>
          <p:cNvSpPr/>
          <p:nvPr/>
        </p:nvSpPr>
        <p:spPr>
          <a:xfrm>
            <a:off x="8265061" y="3421844"/>
            <a:ext cx="350196" cy="265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4B7B9A16-A656-6B91-41D6-959EA495B05B}"/>
              </a:ext>
            </a:extLst>
          </p:cNvPr>
          <p:cNvSpPr/>
          <p:nvPr/>
        </p:nvSpPr>
        <p:spPr>
          <a:xfrm>
            <a:off x="8615257" y="3421844"/>
            <a:ext cx="350196" cy="265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00CCE439-915A-7B46-0EF7-4AA6DDD5ABFA}"/>
              </a:ext>
            </a:extLst>
          </p:cNvPr>
          <p:cNvSpPr/>
          <p:nvPr/>
        </p:nvSpPr>
        <p:spPr>
          <a:xfrm>
            <a:off x="8965453" y="3421844"/>
            <a:ext cx="350196" cy="265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A2030327-A2DB-AB53-89AD-A547CE265C84}"/>
              </a:ext>
            </a:extLst>
          </p:cNvPr>
          <p:cNvSpPr/>
          <p:nvPr/>
        </p:nvSpPr>
        <p:spPr>
          <a:xfrm>
            <a:off x="7564669" y="3421844"/>
            <a:ext cx="350196" cy="26511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EADC7166-D0D4-EBD4-D2BC-EB39861FD432}"/>
              </a:ext>
            </a:extLst>
          </p:cNvPr>
          <p:cNvSpPr/>
          <p:nvPr/>
        </p:nvSpPr>
        <p:spPr>
          <a:xfrm>
            <a:off x="7914865" y="3686958"/>
            <a:ext cx="350196" cy="265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58E63147-65C7-33AC-E336-776A645F37E0}"/>
              </a:ext>
            </a:extLst>
          </p:cNvPr>
          <p:cNvSpPr/>
          <p:nvPr/>
        </p:nvSpPr>
        <p:spPr>
          <a:xfrm>
            <a:off x="8265061" y="3686958"/>
            <a:ext cx="350196" cy="265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0202A98E-85B3-C63B-C25D-D501106FF970}"/>
              </a:ext>
            </a:extLst>
          </p:cNvPr>
          <p:cNvSpPr/>
          <p:nvPr/>
        </p:nvSpPr>
        <p:spPr>
          <a:xfrm>
            <a:off x="8615257" y="3686958"/>
            <a:ext cx="350196" cy="265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66C2B14F-0103-163D-E63D-7E194160B20A}"/>
              </a:ext>
            </a:extLst>
          </p:cNvPr>
          <p:cNvSpPr/>
          <p:nvPr/>
        </p:nvSpPr>
        <p:spPr>
          <a:xfrm>
            <a:off x="8965453" y="3686958"/>
            <a:ext cx="350196" cy="265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D7F8DD2B-5F71-E0FC-3E0F-BA250427915E}"/>
              </a:ext>
            </a:extLst>
          </p:cNvPr>
          <p:cNvSpPr/>
          <p:nvPr/>
        </p:nvSpPr>
        <p:spPr>
          <a:xfrm>
            <a:off x="7564669" y="3686957"/>
            <a:ext cx="350196" cy="265112"/>
          </a:xfrm>
          <a:prstGeom prst="rect">
            <a:avLst/>
          </a:prstGeom>
          <a:solidFill>
            <a:srgbClr val="E6D5F3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A1B5F97-C558-05EA-074D-DD7AA259B1D2}"/>
              </a:ext>
            </a:extLst>
          </p:cNvPr>
          <p:cNvSpPr/>
          <p:nvPr/>
        </p:nvSpPr>
        <p:spPr>
          <a:xfrm>
            <a:off x="7914865" y="2898777"/>
            <a:ext cx="350196" cy="265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F3656C2-5FCC-73EF-0686-F3FF48F4FD94}"/>
              </a:ext>
            </a:extLst>
          </p:cNvPr>
          <p:cNvSpPr/>
          <p:nvPr/>
        </p:nvSpPr>
        <p:spPr>
          <a:xfrm>
            <a:off x="8265061" y="2898777"/>
            <a:ext cx="350196" cy="265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CACBF2AA-622F-AE62-65B1-A0489CFA3B1A}"/>
              </a:ext>
            </a:extLst>
          </p:cNvPr>
          <p:cNvSpPr/>
          <p:nvPr/>
        </p:nvSpPr>
        <p:spPr>
          <a:xfrm>
            <a:off x="8615257" y="2898777"/>
            <a:ext cx="350196" cy="265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24D8EA74-445A-7D82-1C2A-8C72A07EFF3C}"/>
              </a:ext>
            </a:extLst>
          </p:cNvPr>
          <p:cNvSpPr/>
          <p:nvPr/>
        </p:nvSpPr>
        <p:spPr>
          <a:xfrm>
            <a:off x="8965453" y="2898777"/>
            <a:ext cx="350196" cy="265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47A87EE6-E963-156B-BF4B-0287145BFA58}"/>
              </a:ext>
            </a:extLst>
          </p:cNvPr>
          <p:cNvSpPr/>
          <p:nvPr/>
        </p:nvSpPr>
        <p:spPr>
          <a:xfrm>
            <a:off x="8615257" y="2458115"/>
            <a:ext cx="350196" cy="1755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660A4C94-1108-D8F0-44E9-83F01E6974FB}"/>
              </a:ext>
            </a:extLst>
          </p:cNvPr>
          <p:cNvSpPr/>
          <p:nvPr/>
        </p:nvSpPr>
        <p:spPr>
          <a:xfrm>
            <a:off x="8265061" y="2458115"/>
            <a:ext cx="350196" cy="1755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D58199CA-5732-BEF8-18DB-FC65C6AD9A3B}"/>
              </a:ext>
            </a:extLst>
          </p:cNvPr>
          <p:cNvSpPr/>
          <p:nvPr/>
        </p:nvSpPr>
        <p:spPr>
          <a:xfrm>
            <a:off x="7914865" y="2458115"/>
            <a:ext cx="350196" cy="1755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E74C12F2-3646-230F-1793-DEB61264B591}"/>
              </a:ext>
            </a:extLst>
          </p:cNvPr>
          <p:cNvSpPr/>
          <p:nvPr/>
        </p:nvSpPr>
        <p:spPr>
          <a:xfrm>
            <a:off x="7564669" y="2458115"/>
            <a:ext cx="350196" cy="1755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23C84DD7-7A45-8736-0050-62A39E1CBB91}"/>
              </a:ext>
            </a:extLst>
          </p:cNvPr>
          <p:cNvSpPr/>
          <p:nvPr/>
        </p:nvSpPr>
        <p:spPr>
          <a:xfrm>
            <a:off x="8965453" y="2458115"/>
            <a:ext cx="350196" cy="1755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70C51569-AB8A-3970-7CDE-80DE4D587EED}"/>
              </a:ext>
            </a:extLst>
          </p:cNvPr>
          <p:cNvSpPr/>
          <p:nvPr/>
        </p:nvSpPr>
        <p:spPr>
          <a:xfrm>
            <a:off x="6163885" y="4526910"/>
            <a:ext cx="350196" cy="26511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00183E48-635E-EC06-726D-EC11A2BDB847}"/>
              </a:ext>
            </a:extLst>
          </p:cNvPr>
          <p:cNvSpPr/>
          <p:nvPr/>
        </p:nvSpPr>
        <p:spPr>
          <a:xfrm>
            <a:off x="6514081" y="4526910"/>
            <a:ext cx="350196" cy="265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AF749DD1-3701-6713-76CD-F849BB1AA60B}"/>
              </a:ext>
            </a:extLst>
          </p:cNvPr>
          <p:cNvSpPr/>
          <p:nvPr/>
        </p:nvSpPr>
        <p:spPr>
          <a:xfrm>
            <a:off x="6864277" y="4526910"/>
            <a:ext cx="350196" cy="265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62E827E2-AE1D-1534-CD58-C3CA866D30A4}"/>
              </a:ext>
            </a:extLst>
          </p:cNvPr>
          <p:cNvSpPr/>
          <p:nvPr/>
        </p:nvSpPr>
        <p:spPr>
          <a:xfrm>
            <a:off x="7214473" y="4526910"/>
            <a:ext cx="350196" cy="265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C2D535D4-CD6A-F5C0-83C7-6E14736E51E0}"/>
              </a:ext>
            </a:extLst>
          </p:cNvPr>
          <p:cNvSpPr/>
          <p:nvPr/>
        </p:nvSpPr>
        <p:spPr>
          <a:xfrm>
            <a:off x="6163885" y="4792022"/>
            <a:ext cx="350196" cy="26511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611CBBA3-1A23-C8D3-36A9-2DB456065DA1}"/>
              </a:ext>
            </a:extLst>
          </p:cNvPr>
          <p:cNvSpPr/>
          <p:nvPr/>
        </p:nvSpPr>
        <p:spPr>
          <a:xfrm>
            <a:off x="6514081" y="4792022"/>
            <a:ext cx="350196" cy="265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EB9661F7-65DB-8B20-D413-F079D254EB4D}"/>
              </a:ext>
            </a:extLst>
          </p:cNvPr>
          <p:cNvSpPr/>
          <p:nvPr/>
        </p:nvSpPr>
        <p:spPr>
          <a:xfrm>
            <a:off x="6864277" y="5057367"/>
            <a:ext cx="350196" cy="265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9B79549B-7E54-7787-BD07-2167B9144A1E}"/>
              </a:ext>
            </a:extLst>
          </p:cNvPr>
          <p:cNvSpPr/>
          <p:nvPr/>
        </p:nvSpPr>
        <p:spPr>
          <a:xfrm>
            <a:off x="7214473" y="4351361"/>
            <a:ext cx="350196" cy="1755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9FF190C7-49B9-EF9E-56A8-D1A42BD1349F}"/>
              </a:ext>
            </a:extLst>
          </p:cNvPr>
          <p:cNvSpPr/>
          <p:nvPr/>
        </p:nvSpPr>
        <p:spPr>
          <a:xfrm>
            <a:off x="6864277" y="4351361"/>
            <a:ext cx="350196" cy="1755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621CF308-D095-3002-EE43-9775F268C353}"/>
              </a:ext>
            </a:extLst>
          </p:cNvPr>
          <p:cNvSpPr/>
          <p:nvPr/>
        </p:nvSpPr>
        <p:spPr>
          <a:xfrm>
            <a:off x="6514081" y="4351361"/>
            <a:ext cx="350196" cy="1755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ACC40573-3425-1780-01DE-4A5DC46B0DB9}"/>
              </a:ext>
            </a:extLst>
          </p:cNvPr>
          <p:cNvSpPr/>
          <p:nvPr/>
        </p:nvSpPr>
        <p:spPr>
          <a:xfrm>
            <a:off x="6163885" y="4351361"/>
            <a:ext cx="350196" cy="1755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F59733FD-35A1-6D9B-37BD-AF484A3227AC}"/>
              </a:ext>
            </a:extLst>
          </p:cNvPr>
          <p:cNvSpPr/>
          <p:nvPr/>
        </p:nvSpPr>
        <p:spPr>
          <a:xfrm>
            <a:off x="6864277" y="4792022"/>
            <a:ext cx="350196" cy="265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F9C5908D-B621-F709-E67A-623F18F6F7DF}"/>
              </a:ext>
            </a:extLst>
          </p:cNvPr>
          <p:cNvSpPr/>
          <p:nvPr/>
        </p:nvSpPr>
        <p:spPr>
          <a:xfrm>
            <a:off x="7214473" y="4792022"/>
            <a:ext cx="350196" cy="265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9EAE3FE7-C977-A52B-C78A-FCF1AEFC98B4}"/>
              </a:ext>
            </a:extLst>
          </p:cNvPr>
          <p:cNvSpPr/>
          <p:nvPr/>
        </p:nvSpPr>
        <p:spPr>
          <a:xfrm>
            <a:off x="6163885" y="5318669"/>
            <a:ext cx="350196" cy="26511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D5913D6A-584A-84E5-2CCA-A88EF5F18977}"/>
              </a:ext>
            </a:extLst>
          </p:cNvPr>
          <p:cNvSpPr/>
          <p:nvPr/>
        </p:nvSpPr>
        <p:spPr>
          <a:xfrm>
            <a:off x="6514081" y="5318669"/>
            <a:ext cx="350196" cy="265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BB9FCD44-85DF-A0EF-A390-FF7C63BFA7E1}"/>
              </a:ext>
            </a:extLst>
          </p:cNvPr>
          <p:cNvSpPr/>
          <p:nvPr/>
        </p:nvSpPr>
        <p:spPr>
          <a:xfrm>
            <a:off x="6864277" y="5322479"/>
            <a:ext cx="350196" cy="265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A8857101-74A8-37C4-0917-BE45B30186D4}"/>
              </a:ext>
            </a:extLst>
          </p:cNvPr>
          <p:cNvSpPr/>
          <p:nvPr/>
        </p:nvSpPr>
        <p:spPr>
          <a:xfrm>
            <a:off x="7214473" y="5318669"/>
            <a:ext cx="350196" cy="265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2979A028-9F9A-5ED4-65CE-2B191C339AB3}"/>
              </a:ext>
            </a:extLst>
          </p:cNvPr>
          <p:cNvSpPr/>
          <p:nvPr/>
        </p:nvSpPr>
        <p:spPr>
          <a:xfrm>
            <a:off x="6163885" y="5580204"/>
            <a:ext cx="350196" cy="265112"/>
          </a:xfrm>
          <a:prstGeom prst="rect">
            <a:avLst/>
          </a:prstGeom>
          <a:solidFill>
            <a:srgbClr val="E6D5F3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8C67498E-306D-86C1-7E68-5B9D2CF5AA1F}"/>
              </a:ext>
            </a:extLst>
          </p:cNvPr>
          <p:cNvSpPr/>
          <p:nvPr/>
        </p:nvSpPr>
        <p:spPr>
          <a:xfrm>
            <a:off x="6514081" y="5580204"/>
            <a:ext cx="350196" cy="265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EDFEA67F-E68C-46D0-4EDB-3F015FBFFCE1}"/>
              </a:ext>
            </a:extLst>
          </p:cNvPr>
          <p:cNvSpPr/>
          <p:nvPr/>
        </p:nvSpPr>
        <p:spPr>
          <a:xfrm>
            <a:off x="6864277" y="5580204"/>
            <a:ext cx="350196" cy="265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CA290595-50A3-D932-45FA-F13A34CDE7D1}"/>
              </a:ext>
            </a:extLst>
          </p:cNvPr>
          <p:cNvSpPr/>
          <p:nvPr/>
        </p:nvSpPr>
        <p:spPr>
          <a:xfrm>
            <a:off x="7214473" y="5580204"/>
            <a:ext cx="350196" cy="265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D6708EE5-B709-813E-6259-37D24FE46FEB}"/>
              </a:ext>
            </a:extLst>
          </p:cNvPr>
          <p:cNvSpPr/>
          <p:nvPr/>
        </p:nvSpPr>
        <p:spPr>
          <a:xfrm>
            <a:off x="6514081" y="5057134"/>
            <a:ext cx="350196" cy="265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E1688BDE-1415-B713-CD3E-7D9E78D30979}"/>
              </a:ext>
            </a:extLst>
          </p:cNvPr>
          <p:cNvSpPr/>
          <p:nvPr/>
        </p:nvSpPr>
        <p:spPr>
          <a:xfrm>
            <a:off x="7214473" y="5057134"/>
            <a:ext cx="350196" cy="265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787240D6-E133-89D5-6E27-1D70B3CFFB2A}"/>
              </a:ext>
            </a:extLst>
          </p:cNvPr>
          <p:cNvSpPr/>
          <p:nvPr/>
        </p:nvSpPr>
        <p:spPr>
          <a:xfrm>
            <a:off x="6163885" y="5057134"/>
            <a:ext cx="350196" cy="2651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D0CEDD42-AEE7-C3C7-D792-696CA6242695}"/>
              </a:ext>
            </a:extLst>
          </p:cNvPr>
          <p:cNvSpPr/>
          <p:nvPr/>
        </p:nvSpPr>
        <p:spPr>
          <a:xfrm>
            <a:off x="7564669" y="4792022"/>
            <a:ext cx="350196" cy="26511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4BE6F7C5-F8A9-A2E1-E053-88F9B9F30A40}"/>
              </a:ext>
            </a:extLst>
          </p:cNvPr>
          <p:cNvSpPr/>
          <p:nvPr/>
        </p:nvSpPr>
        <p:spPr>
          <a:xfrm>
            <a:off x="7914865" y="5315090"/>
            <a:ext cx="350196" cy="265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F6210E2E-D2A2-E8B5-AB1A-10B7E6B6D702}"/>
              </a:ext>
            </a:extLst>
          </p:cNvPr>
          <p:cNvSpPr/>
          <p:nvPr/>
        </p:nvSpPr>
        <p:spPr>
          <a:xfrm>
            <a:off x="8265061" y="5315090"/>
            <a:ext cx="350196" cy="265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A4C22B89-BB0D-A1AE-53BE-41FE46EE5019}"/>
              </a:ext>
            </a:extLst>
          </p:cNvPr>
          <p:cNvSpPr/>
          <p:nvPr/>
        </p:nvSpPr>
        <p:spPr>
          <a:xfrm>
            <a:off x="8615257" y="5315090"/>
            <a:ext cx="350196" cy="265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DA97876B-2FD8-FC67-175C-B455140ACBEA}"/>
              </a:ext>
            </a:extLst>
          </p:cNvPr>
          <p:cNvSpPr/>
          <p:nvPr/>
        </p:nvSpPr>
        <p:spPr>
          <a:xfrm>
            <a:off x="8965453" y="5315090"/>
            <a:ext cx="350196" cy="265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A0B7D29A-7964-BB24-9EE2-E8D920DA8875}"/>
              </a:ext>
            </a:extLst>
          </p:cNvPr>
          <p:cNvSpPr/>
          <p:nvPr/>
        </p:nvSpPr>
        <p:spPr>
          <a:xfrm>
            <a:off x="7564669" y="5315090"/>
            <a:ext cx="350196" cy="26511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AD521083-D90A-9446-127B-125F6C489A04}"/>
              </a:ext>
            </a:extLst>
          </p:cNvPr>
          <p:cNvSpPr/>
          <p:nvPr/>
        </p:nvSpPr>
        <p:spPr>
          <a:xfrm>
            <a:off x="7914865" y="5580204"/>
            <a:ext cx="350196" cy="265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797FAA65-2B6D-4A63-E9E9-440D44C6E871}"/>
              </a:ext>
            </a:extLst>
          </p:cNvPr>
          <p:cNvSpPr/>
          <p:nvPr/>
        </p:nvSpPr>
        <p:spPr>
          <a:xfrm>
            <a:off x="8265061" y="5580204"/>
            <a:ext cx="350196" cy="265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AE949C84-675A-6FD9-5D81-E2A755EE34E7}"/>
              </a:ext>
            </a:extLst>
          </p:cNvPr>
          <p:cNvSpPr/>
          <p:nvPr/>
        </p:nvSpPr>
        <p:spPr>
          <a:xfrm>
            <a:off x="8615257" y="5580204"/>
            <a:ext cx="350196" cy="265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FC75E7FC-3E03-853E-5A1A-AFCBF40C306E}"/>
              </a:ext>
            </a:extLst>
          </p:cNvPr>
          <p:cNvSpPr/>
          <p:nvPr/>
        </p:nvSpPr>
        <p:spPr>
          <a:xfrm>
            <a:off x="8965453" y="5580204"/>
            <a:ext cx="350196" cy="265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1687CD56-12E0-F1F6-D718-4834A74C2EA7}"/>
              </a:ext>
            </a:extLst>
          </p:cNvPr>
          <p:cNvSpPr/>
          <p:nvPr/>
        </p:nvSpPr>
        <p:spPr>
          <a:xfrm>
            <a:off x="7564669" y="5580203"/>
            <a:ext cx="350196" cy="265112"/>
          </a:xfrm>
          <a:prstGeom prst="rect">
            <a:avLst/>
          </a:prstGeom>
          <a:solidFill>
            <a:srgbClr val="E6D5F3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BBE55A46-3D11-6B10-6794-C7151A72681F}"/>
              </a:ext>
            </a:extLst>
          </p:cNvPr>
          <p:cNvSpPr/>
          <p:nvPr/>
        </p:nvSpPr>
        <p:spPr>
          <a:xfrm>
            <a:off x="7914865" y="4792023"/>
            <a:ext cx="350196" cy="265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9A893782-4F60-DD96-AA09-46AB54589B49}"/>
              </a:ext>
            </a:extLst>
          </p:cNvPr>
          <p:cNvSpPr/>
          <p:nvPr/>
        </p:nvSpPr>
        <p:spPr>
          <a:xfrm>
            <a:off x="8265061" y="4792023"/>
            <a:ext cx="350196" cy="265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64E95738-799A-762A-07D1-7F4F9C5D1FF4}"/>
              </a:ext>
            </a:extLst>
          </p:cNvPr>
          <p:cNvSpPr/>
          <p:nvPr/>
        </p:nvSpPr>
        <p:spPr>
          <a:xfrm>
            <a:off x="8615257" y="4792023"/>
            <a:ext cx="350196" cy="265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85B3A68F-CEC0-4BBA-DB78-D58C554E1CF3}"/>
              </a:ext>
            </a:extLst>
          </p:cNvPr>
          <p:cNvSpPr/>
          <p:nvPr/>
        </p:nvSpPr>
        <p:spPr>
          <a:xfrm>
            <a:off x="8965453" y="4792023"/>
            <a:ext cx="350196" cy="265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8AAD1080-B41B-D3E6-86CE-47D1A6AEDB3A}"/>
              </a:ext>
            </a:extLst>
          </p:cNvPr>
          <p:cNvSpPr/>
          <p:nvPr/>
        </p:nvSpPr>
        <p:spPr>
          <a:xfrm>
            <a:off x="8615257" y="4351361"/>
            <a:ext cx="350196" cy="1755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3E476A0E-79F1-36DB-8813-2C2EE87BF78D}"/>
              </a:ext>
            </a:extLst>
          </p:cNvPr>
          <p:cNvSpPr/>
          <p:nvPr/>
        </p:nvSpPr>
        <p:spPr>
          <a:xfrm>
            <a:off x="8265061" y="4351361"/>
            <a:ext cx="350196" cy="1755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6765DFC0-6496-69E1-1A1A-B151A48108B0}"/>
              </a:ext>
            </a:extLst>
          </p:cNvPr>
          <p:cNvSpPr/>
          <p:nvPr/>
        </p:nvSpPr>
        <p:spPr>
          <a:xfrm>
            <a:off x="7914865" y="4351361"/>
            <a:ext cx="350196" cy="1755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5F3AE424-919D-8A6F-0A38-9A77877A807B}"/>
              </a:ext>
            </a:extLst>
          </p:cNvPr>
          <p:cNvSpPr/>
          <p:nvPr/>
        </p:nvSpPr>
        <p:spPr>
          <a:xfrm>
            <a:off x="7564669" y="4351361"/>
            <a:ext cx="350196" cy="1755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DA36276E-7DEA-59F9-6977-B6BF946BD99E}"/>
              </a:ext>
            </a:extLst>
          </p:cNvPr>
          <p:cNvSpPr/>
          <p:nvPr/>
        </p:nvSpPr>
        <p:spPr>
          <a:xfrm>
            <a:off x="8965453" y="4351361"/>
            <a:ext cx="350196" cy="1755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A80414BA-DEDC-B57A-3546-53FBFD1E8E6B}"/>
              </a:ext>
            </a:extLst>
          </p:cNvPr>
          <p:cNvSpPr/>
          <p:nvPr/>
        </p:nvSpPr>
        <p:spPr>
          <a:xfrm>
            <a:off x="7564669" y="5845083"/>
            <a:ext cx="350196" cy="265112"/>
          </a:xfrm>
          <a:prstGeom prst="rect">
            <a:avLst/>
          </a:prstGeom>
          <a:solidFill>
            <a:srgbClr val="BDEEFF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5A6442E3-1826-70C1-D263-4918BA124832}"/>
              </a:ext>
            </a:extLst>
          </p:cNvPr>
          <p:cNvSpPr/>
          <p:nvPr/>
        </p:nvSpPr>
        <p:spPr>
          <a:xfrm>
            <a:off x="7914865" y="5845083"/>
            <a:ext cx="350196" cy="265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52614F38-CFA3-6ED3-C408-1B2D95A8EC43}"/>
              </a:ext>
            </a:extLst>
          </p:cNvPr>
          <p:cNvSpPr/>
          <p:nvPr/>
        </p:nvSpPr>
        <p:spPr>
          <a:xfrm>
            <a:off x="8265061" y="5845083"/>
            <a:ext cx="350196" cy="265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65C0E126-DCDD-CF43-6BCE-2C969FFE30AC}"/>
              </a:ext>
            </a:extLst>
          </p:cNvPr>
          <p:cNvSpPr/>
          <p:nvPr/>
        </p:nvSpPr>
        <p:spPr>
          <a:xfrm>
            <a:off x="8615257" y="5845083"/>
            <a:ext cx="350196" cy="265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CB58C295-7EDC-C10F-231A-80BA8A094DB3}"/>
              </a:ext>
            </a:extLst>
          </p:cNvPr>
          <p:cNvSpPr/>
          <p:nvPr/>
        </p:nvSpPr>
        <p:spPr>
          <a:xfrm>
            <a:off x="8965453" y="5845083"/>
            <a:ext cx="350196" cy="265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661F45D3-C953-7940-E4B7-AE47BF05FC05}"/>
              </a:ext>
            </a:extLst>
          </p:cNvPr>
          <p:cNvSpPr/>
          <p:nvPr/>
        </p:nvSpPr>
        <p:spPr>
          <a:xfrm>
            <a:off x="8265061" y="6103040"/>
            <a:ext cx="350196" cy="265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60E73F41-732C-ACDF-C095-C6B8C733DAFA}"/>
              </a:ext>
            </a:extLst>
          </p:cNvPr>
          <p:cNvSpPr/>
          <p:nvPr/>
        </p:nvSpPr>
        <p:spPr>
          <a:xfrm>
            <a:off x="7914865" y="6103040"/>
            <a:ext cx="350196" cy="265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54E50ACC-79C1-F720-3828-7C51A4C56D7E}"/>
              </a:ext>
            </a:extLst>
          </p:cNvPr>
          <p:cNvSpPr/>
          <p:nvPr/>
        </p:nvSpPr>
        <p:spPr>
          <a:xfrm>
            <a:off x="8965453" y="6103040"/>
            <a:ext cx="350196" cy="265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E3FBE53B-0329-22D1-BADF-BC35D19DDE8E}"/>
              </a:ext>
            </a:extLst>
          </p:cNvPr>
          <p:cNvSpPr/>
          <p:nvPr/>
        </p:nvSpPr>
        <p:spPr>
          <a:xfrm>
            <a:off x="8615257" y="6103040"/>
            <a:ext cx="350196" cy="265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4DAAF893-76FD-568A-F660-2D78E6CB8AD1}"/>
              </a:ext>
            </a:extLst>
          </p:cNvPr>
          <p:cNvSpPr/>
          <p:nvPr/>
        </p:nvSpPr>
        <p:spPr>
          <a:xfrm>
            <a:off x="7564669" y="6103040"/>
            <a:ext cx="350196" cy="265112"/>
          </a:xfrm>
          <a:prstGeom prst="rect">
            <a:avLst/>
          </a:prstGeom>
          <a:solidFill>
            <a:srgbClr val="FFE28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DF25AE84-8E68-15D8-D6B4-01C44B94DE76}"/>
              </a:ext>
            </a:extLst>
          </p:cNvPr>
          <p:cNvSpPr/>
          <p:nvPr/>
        </p:nvSpPr>
        <p:spPr>
          <a:xfrm>
            <a:off x="6163885" y="1200254"/>
            <a:ext cx="350196" cy="26511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EDD98607-287D-F4DA-F3E1-904DAF484794}"/>
              </a:ext>
            </a:extLst>
          </p:cNvPr>
          <p:cNvSpPr/>
          <p:nvPr/>
        </p:nvSpPr>
        <p:spPr>
          <a:xfrm>
            <a:off x="6514081" y="1200254"/>
            <a:ext cx="350196" cy="265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D201B6AB-7F26-4B56-B9D8-066AA5B3BDB1}"/>
              </a:ext>
            </a:extLst>
          </p:cNvPr>
          <p:cNvSpPr/>
          <p:nvPr/>
        </p:nvSpPr>
        <p:spPr>
          <a:xfrm>
            <a:off x="7214473" y="1024707"/>
            <a:ext cx="350196" cy="1755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CC2FA6DD-FE00-DE1C-9E70-2918CF9EA9B9}"/>
              </a:ext>
            </a:extLst>
          </p:cNvPr>
          <p:cNvSpPr/>
          <p:nvPr/>
        </p:nvSpPr>
        <p:spPr>
          <a:xfrm>
            <a:off x="6864277" y="1024707"/>
            <a:ext cx="350196" cy="1755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45597705-5FDA-77DC-DBFD-4AA91A7DF94B}"/>
              </a:ext>
            </a:extLst>
          </p:cNvPr>
          <p:cNvSpPr/>
          <p:nvPr/>
        </p:nvSpPr>
        <p:spPr>
          <a:xfrm>
            <a:off x="6514081" y="1024707"/>
            <a:ext cx="350196" cy="1755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9B9BEC04-3EED-37A7-7775-424728D85ABE}"/>
              </a:ext>
            </a:extLst>
          </p:cNvPr>
          <p:cNvSpPr/>
          <p:nvPr/>
        </p:nvSpPr>
        <p:spPr>
          <a:xfrm>
            <a:off x="6163885" y="1024707"/>
            <a:ext cx="350196" cy="1755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B7894F9B-67B2-D9FD-C6B0-E4D8D97E47CD}"/>
              </a:ext>
            </a:extLst>
          </p:cNvPr>
          <p:cNvSpPr/>
          <p:nvPr/>
        </p:nvSpPr>
        <p:spPr>
          <a:xfrm>
            <a:off x="6864277" y="1200254"/>
            <a:ext cx="350196" cy="265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D256ED8B-7CA3-E458-9D56-6E8D5561E976}"/>
              </a:ext>
            </a:extLst>
          </p:cNvPr>
          <p:cNvSpPr/>
          <p:nvPr/>
        </p:nvSpPr>
        <p:spPr>
          <a:xfrm>
            <a:off x="7214473" y="1200254"/>
            <a:ext cx="350196" cy="265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91C85FB7-A250-980A-2004-2EB8D58448F5}"/>
              </a:ext>
            </a:extLst>
          </p:cNvPr>
          <p:cNvSpPr/>
          <p:nvPr/>
        </p:nvSpPr>
        <p:spPr>
          <a:xfrm>
            <a:off x="6163885" y="1465366"/>
            <a:ext cx="350196" cy="26511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5264752B-8006-5E4B-0CE2-973D8AE4AD1B}"/>
              </a:ext>
            </a:extLst>
          </p:cNvPr>
          <p:cNvSpPr/>
          <p:nvPr/>
        </p:nvSpPr>
        <p:spPr>
          <a:xfrm>
            <a:off x="6514081" y="1465366"/>
            <a:ext cx="350196" cy="265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E5CCA9C2-D291-2705-B90E-470CD704D854}"/>
              </a:ext>
            </a:extLst>
          </p:cNvPr>
          <p:cNvSpPr/>
          <p:nvPr/>
        </p:nvSpPr>
        <p:spPr>
          <a:xfrm>
            <a:off x="6864277" y="1461124"/>
            <a:ext cx="350196" cy="265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46E51E64-FCC6-6C76-58B7-DC5934601E7C}"/>
              </a:ext>
            </a:extLst>
          </p:cNvPr>
          <p:cNvSpPr/>
          <p:nvPr/>
        </p:nvSpPr>
        <p:spPr>
          <a:xfrm>
            <a:off x="7214473" y="1465366"/>
            <a:ext cx="350196" cy="265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D61567A1-8F08-61BA-4471-F83246B8A09D}"/>
              </a:ext>
            </a:extLst>
          </p:cNvPr>
          <p:cNvSpPr/>
          <p:nvPr/>
        </p:nvSpPr>
        <p:spPr>
          <a:xfrm>
            <a:off x="6163885" y="1726901"/>
            <a:ext cx="350196" cy="265112"/>
          </a:xfrm>
          <a:prstGeom prst="rect">
            <a:avLst/>
          </a:prstGeom>
          <a:solidFill>
            <a:srgbClr val="E6D5F3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9E4DAF4B-8C9F-0792-3313-6A9486E25020}"/>
              </a:ext>
            </a:extLst>
          </p:cNvPr>
          <p:cNvSpPr/>
          <p:nvPr/>
        </p:nvSpPr>
        <p:spPr>
          <a:xfrm>
            <a:off x="6514081" y="1726901"/>
            <a:ext cx="350196" cy="265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CF2A5D97-F29C-9439-DD8A-1E98E8DAB32E}"/>
              </a:ext>
            </a:extLst>
          </p:cNvPr>
          <p:cNvSpPr/>
          <p:nvPr/>
        </p:nvSpPr>
        <p:spPr>
          <a:xfrm>
            <a:off x="6864277" y="1726901"/>
            <a:ext cx="350196" cy="265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73ADD69F-6BD6-E746-1D2A-A8C9E5AE4D59}"/>
              </a:ext>
            </a:extLst>
          </p:cNvPr>
          <p:cNvSpPr/>
          <p:nvPr/>
        </p:nvSpPr>
        <p:spPr>
          <a:xfrm>
            <a:off x="7214473" y="1726901"/>
            <a:ext cx="350196" cy="2651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8C8D8C71-A433-4E50-255A-CB0417C66EAC}"/>
              </a:ext>
            </a:extLst>
          </p:cNvPr>
          <p:cNvSpPr/>
          <p:nvPr/>
        </p:nvSpPr>
        <p:spPr>
          <a:xfrm>
            <a:off x="7564669" y="1200254"/>
            <a:ext cx="350196" cy="26511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8EA089D8-7A40-DF38-AD61-C9DD91C67663}"/>
              </a:ext>
            </a:extLst>
          </p:cNvPr>
          <p:cNvSpPr/>
          <p:nvPr/>
        </p:nvSpPr>
        <p:spPr>
          <a:xfrm>
            <a:off x="7914865" y="1461787"/>
            <a:ext cx="350196" cy="265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96E5F7CB-3863-9EE8-97B4-3486206C0BEE}"/>
              </a:ext>
            </a:extLst>
          </p:cNvPr>
          <p:cNvSpPr/>
          <p:nvPr/>
        </p:nvSpPr>
        <p:spPr>
          <a:xfrm>
            <a:off x="8265061" y="1461787"/>
            <a:ext cx="350196" cy="265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4217DC6D-0264-6691-A67B-6B59E41CBCD5}"/>
              </a:ext>
            </a:extLst>
          </p:cNvPr>
          <p:cNvSpPr/>
          <p:nvPr/>
        </p:nvSpPr>
        <p:spPr>
          <a:xfrm>
            <a:off x="8615257" y="1461787"/>
            <a:ext cx="350196" cy="265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CDC80CD5-FD1C-63F5-254E-9ACDB95AC2C7}"/>
              </a:ext>
            </a:extLst>
          </p:cNvPr>
          <p:cNvSpPr/>
          <p:nvPr/>
        </p:nvSpPr>
        <p:spPr>
          <a:xfrm>
            <a:off x="8965453" y="1461787"/>
            <a:ext cx="350196" cy="265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E277E420-D3FD-DCFB-C135-A3F6C8E6856D}"/>
              </a:ext>
            </a:extLst>
          </p:cNvPr>
          <p:cNvSpPr/>
          <p:nvPr/>
        </p:nvSpPr>
        <p:spPr>
          <a:xfrm>
            <a:off x="7564669" y="1461787"/>
            <a:ext cx="350196" cy="26511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08587EE5-5F49-C939-16B2-47577B7F92DB}"/>
              </a:ext>
            </a:extLst>
          </p:cNvPr>
          <p:cNvSpPr/>
          <p:nvPr/>
        </p:nvSpPr>
        <p:spPr>
          <a:xfrm>
            <a:off x="7914865" y="1726901"/>
            <a:ext cx="350196" cy="265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787F5408-22F8-3C3C-BCB4-CF64A4199EFA}"/>
              </a:ext>
            </a:extLst>
          </p:cNvPr>
          <p:cNvSpPr/>
          <p:nvPr/>
        </p:nvSpPr>
        <p:spPr>
          <a:xfrm>
            <a:off x="8265061" y="1726901"/>
            <a:ext cx="350196" cy="265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BA4D32D1-F460-1256-6BC4-D5640528047B}"/>
              </a:ext>
            </a:extLst>
          </p:cNvPr>
          <p:cNvSpPr/>
          <p:nvPr/>
        </p:nvSpPr>
        <p:spPr>
          <a:xfrm>
            <a:off x="8615257" y="1726901"/>
            <a:ext cx="350196" cy="265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E087DFF1-F3FA-2A83-BC12-9440A20853AE}"/>
              </a:ext>
            </a:extLst>
          </p:cNvPr>
          <p:cNvSpPr/>
          <p:nvPr/>
        </p:nvSpPr>
        <p:spPr>
          <a:xfrm>
            <a:off x="8965453" y="1726901"/>
            <a:ext cx="350196" cy="265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7A5608B6-8CED-1F1F-351C-CF5EC55D9ADC}"/>
              </a:ext>
            </a:extLst>
          </p:cNvPr>
          <p:cNvSpPr/>
          <p:nvPr/>
        </p:nvSpPr>
        <p:spPr>
          <a:xfrm>
            <a:off x="7564669" y="1726900"/>
            <a:ext cx="350196" cy="265112"/>
          </a:xfrm>
          <a:prstGeom prst="rect">
            <a:avLst/>
          </a:prstGeom>
          <a:solidFill>
            <a:srgbClr val="E6D5F3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F8F4958F-685F-81D3-0B65-1C79A5CD6047}"/>
              </a:ext>
            </a:extLst>
          </p:cNvPr>
          <p:cNvSpPr/>
          <p:nvPr/>
        </p:nvSpPr>
        <p:spPr>
          <a:xfrm>
            <a:off x="7914865" y="1200255"/>
            <a:ext cx="350196" cy="265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9" name="Rectangle 278">
            <a:extLst>
              <a:ext uri="{FF2B5EF4-FFF2-40B4-BE49-F238E27FC236}">
                <a16:creationId xmlns:a16="http://schemas.microsoft.com/office/drawing/2014/main" id="{623D8536-B9BB-CD5F-66A1-533BAB7FC903}"/>
              </a:ext>
            </a:extLst>
          </p:cNvPr>
          <p:cNvSpPr/>
          <p:nvPr/>
        </p:nvSpPr>
        <p:spPr>
          <a:xfrm>
            <a:off x="8265061" y="1200255"/>
            <a:ext cx="350196" cy="265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0" name="Rectangle 279">
            <a:extLst>
              <a:ext uri="{FF2B5EF4-FFF2-40B4-BE49-F238E27FC236}">
                <a16:creationId xmlns:a16="http://schemas.microsoft.com/office/drawing/2014/main" id="{AA486A7C-BE75-EF31-A54D-092FB77E978C}"/>
              </a:ext>
            </a:extLst>
          </p:cNvPr>
          <p:cNvSpPr/>
          <p:nvPr/>
        </p:nvSpPr>
        <p:spPr>
          <a:xfrm>
            <a:off x="8615257" y="1200255"/>
            <a:ext cx="350196" cy="265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9E6005B7-4DD0-EC6A-C6C9-0DB3865DA7A7}"/>
              </a:ext>
            </a:extLst>
          </p:cNvPr>
          <p:cNvSpPr/>
          <p:nvPr/>
        </p:nvSpPr>
        <p:spPr>
          <a:xfrm>
            <a:off x="8965453" y="1200255"/>
            <a:ext cx="350196" cy="265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13344960-0470-5695-E6B7-EA82B3A0A5E2}"/>
              </a:ext>
            </a:extLst>
          </p:cNvPr>
          <p:cNvSpPr/>
          <p:nvPr/>
        </p:nvSpPr>
        <p:spPr>
          <a:xfrm>
            <a:off x="8615257" y="1024707"/>
            <a:ext cx="350196" cy="1755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D09713A0-2460-9B62-AE8C-248865FFA0AD}"/>
              </a:ext>
            </a:extLst>
          </p:cNvPr>
          <p:cNvSpPr/>
          <p:nvPr/>
        </p:nvSpPr>
        <p:spPr>
          <a:xfrm>
            <a:off x="8265061" y="1024707"/>
            <a:ext cx="350196" cy="1755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A5BAD318-1D90-8B08-F912-90F6750451A5}"/>
              </a:ext>
            </a:extLst>
          </p:cNvPr>
          <p:cNvSpPr/>
          <p:nvPr/>
        </p:nvSpPr>
        <p:spPr>
          <a:xfrm>
            <a:off x="7914865" y="1024707"/>
            <a:ext cx="350196" cy="1755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5" name="Rectangle 284">
            <a:extLst>
              <a:ext uri="{FF2B5EF4-FFF2-40B4-BE49-F238E27FC236}">
                <a16:creationId xmlns:a16="http://schemas.microsoft.com/office/drawing/2014/main" id="{B9563D0E-A566-AA65-D19B-A2EE0B81EF30}"/>
              </a:ext>
            </a:extLst>
          </p:cNvPr>
          <p:cNvSpPr/>
          <p:nvPr/>
        </p:nvSpPr>
        <p:spPr>
          <a:xfrm>
            <a:off x="7564669" y="1024707"/>
            <a:ext cx="350196" cy="1755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6" name="Rectangle 285">
            <a:extLst>
              <a:ext uri="{FF2B5EF4-FFF2-40B4-BE49-F238E27FC236}">
                <a16:creationId xmlns:a16="http://schemas.microsoft.com/office/drawing/2014/main" id="{B2609266-19AF-E19C-A521-C07521E32758}"/>
              </a:ext>
            </a:extLst>
          </p:cNvPr>
          <p:cNvSpPr/>
          <p:nvPr/>
        </p:nvSpPr>
        <p:spPr>
          <a:xfrm>
            <a:off x="8965453" y="1024707"/>
            <a:ext cx="350196" cy="1755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1E558F6A-12AC-73BA-5B1F-70E3D697B5FC}"/>
              </a:ext>
            </a:extLst>
          </p:cNvPr>
          <p:cNvSpPr txBox="1"/>
          <p:nvPr/>
        </p:nvSpPr>
        <p:spPr>
          <a:xfrm>
            <a:off x="841415" y="1968442"/>
            <a:ext cx="10019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 </a:t>
            </a:r>
            <a:r>
              <a:rPr lang="en-US" altLang="zh-TW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endParaRPr lang="en-GB" sz="20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661FDC70-2B04-4E3E-42EB-114E7D5EC093}"/>
              </a:ext>
            </a:extLst>
          </p:cNvPr>
          <p:cNvSpPr txBox="1"/>
          <p:nvPr/>
        </p:nvSpPr>
        <p:spPr>
          <a:xfrm>
            <a:off x="2832863" y="1968442"/>
            <a:ext cx="10019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 </a:t>
            </a:r>
            <a:r>
              <a:rPr lang="en-US" altLang="zh-TW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endParaRPr lang="en-GB" sz="20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9" name="Arrow: Right 288">
            <a:extLst>
              <a:ext uri="{FF2B5EF4-FFF2-40B4-BE49-F238E27FC236}">
                <a16:creationId xmlns:a16="http://schemas.microsoft.com/office/drawing/2014/main" id="{2490F922-1BE7-6D56-CBFE-1B6ACE867E2F}"/>
              </a:ext>
            </a:extLst>
          </p:cNvPr>
          <p:cNvSpPr/>
          <p:nvPr/>
        </p:nvSpPr>
        <p:spPr>
          <a:xfrm rot="19087288">
            <a:off x="4173332" y="1734695"/>
            <a:ext cx="1900795" cy="682240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TW" sz="1800" dirty="0" err="1">
                <a:latin typeface="Consolas" panose="020B0609020204030204" pitchFamily="49" charset="0"/>
                <a:ea typeface="微軟正黑體" panose="020B0604030504040204" pitchFamily="34" charset="-120"/>
              </a:rPr>
              <a:t>inner_join</a:t>
            </a:r>
            <a:r>
              <a:rPr lang="en-GB" altLang="zh-TW" sz="1800" dirty="0">
                <a:latin typeface="Consolas" panose="020B0609020204030204" pitchFamily="49" charset="0"/>
                <a:ea typeface="微軟正黑體" panose="020B0604030504040204" pitchFamily="34" charset="-120"/>
              </a:rPr>
              <a:t>()</a:t>
            </a:r>
          </a:p>
        </p:txBody>
      </p:sp>
      <p:sp>
        <p:nvSpPr>
          <p:cNvPr id="294" name="Arrow: Right 293">
            <a:extLst>
              <a:ext uri="{FF2B5EF4-FFF2-40B4-BE49-F238E27FC236}">
                <a16:creationId xmlns:a16="http://schemas.microsoft.com/office/drawing/2014/main" id="{07A1896F-AFA6-CE35-7811-343D5581AC0B}"/>
              </a:ext>
            </a:extLst>
          </p:cNvPr>
          <p:cNvSpPr/>
          <p:nvPr/>
        </p:nvSpPr>
        <p:spPr>
          <a:xfrm>
            <a:off x="4366321" y="2822299"/>
            <a:ext cx="1638413" cy="682240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TW" dirty="0" err="1">
                <a:latin typeface="Consolas" panose="020B0609020204030204" pitchFamily="49" charset="0"/>
                <a:ea typeface="微軟正黑體" panose="020B0604030504040204" pitchFamily="34" charset="-120"/>
              </a:rPr>
              <a:t>left</a:t>
            </a:r>
            <a:r>
              <a:rPr lang="en-GB" altLang="zh-TW" sz="1800" dirty="0" err="1">
                <a:latin typeface="Consolas" panose="020B0609020204030204" pitchFamily="49" charset="0"/>
                <a:ea typeface="微軟正黑體" panose="020B0604030504040204" pitchFamily="34" charset="-120"/>
              </a:rPr>
              <a:t>_join</a:t>
            </a:r>
            <a:r>
              <a:rPr lang="en-GB" altLang="zh-TW" sz="1800" dirty="0">
                <a:latin typeface="Consolas" panose="020B0609020204030204" pitchFamily="49" charset="0"/>
                <a:ea typeface="微軟正黑體" panose="020B0604030504040204" pitchFamily="34" charset="-120"/>
              </a:rPr>
              <a:t>()</a:t>
            </a:r>
          </a:p>
        </p:txBody>
      </p:sp>
      <p:sp>
        <p:nvSpPr>
          <p:cNvPr id="295" name="Arrow: Right 294">
            <a:extLst>
              <a:ext uri="{FF2B5EF4-FFF2-40B4-BE49-F238E27FC236}">
                <a16:creationId xmlns:a16="http://schemas.microsoft.com/office/drawing/2014/main" id="{0E4817A8-0B1B-EE14-34F0-68501B8683A4}"/>
              </a:ext>
            </a:extLst>
          </p:cNvPr>
          <p:cNvSpPr/>
          <p:nvPr/>
        </p:nvSpPr>
        <p:spPr>
          <a:xfrm rot="2097639">
            <a:off x="4239128" y="3883218"/>
            <a:ext cx="1900795" cy="682240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TW" sz="1800" dirty="0" err="1">
                <a:latin typeface="Consolas" panose="020B0609020204030204" pitchFamily="49" charset="0"/>
                <a:ea typeface="微軟正黑體" panose="020B0604030504040204" pitchFamily="34" charset="-120"/>
              </a:rPr>
              <a:t>full_join</a:t>
            </a:r>
            <a:r>
              <a:rPr lang="en-GB" altLang="zh-TW" sz="1800" dirty="0">
                <a:latin typeface="Consolas" panose="020B0609020204030204" pitchFamily="49" charset="0"/>
                <a:ea typeface="微軟正黑體" panose="020B0604030504040204" pitchFamily="34" charset="-120"/>
              </a:rPr>
              <a:t>()</a:t>
            </a:r>
          </a:p>
        </p:txBody>
      </p:sp>
      <p:cxnSp>
        <p:nvCxnSpPr>
          <p:cNvPr id="299" name="Straight Arrow Connector 298">
            <a:extLst>
              <a:ext uri="{FF2B5EF4-FFF2-40B4-BE49-F238E27FC236}">
                <a16:creationId xmlns:a16="http://schemas.microsoft.com/office/drawing/2014/main" id="{F5BD681D-F53C-2F96-08B8-6291A4B72579}"/>
              </a:ext>
            </a:extLst>
          </p:cNvPr>
          <p:cNvCxnSpPr/>
          <p:nvPr/>
        </p:nvCxnSpPr>
        <p:spPr>
          <a:xfrm flipV="1">
            <a:off x="841415" y="4015740"/>
            <a:ext cx="0" cy="236561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Straight Arrow Connector 299">
            <a:extLst>
              <a:ext uri="{FF2B5EF4-FFF2-40B4-BE49-F238E27FC236}">
                <a16:creationId xmlns:a16="http://schemas.microsoft.com/office/drawing/2014/main" id="{FD429E92-BA09-B40E-FE5F-B1B8E6B7A4F3}"/>
              </a:ext>
            </a:extLst>
          </p:cNvPr>
          <p:cNvCxnSpPr/>
          <p:nvPr/>
        </p:nvCxnSpPr>
        <p:spPr>
          <a:xfrm flipV="1">
            <a:off x="2647355" y="4015740"/>
            <a:ext cx="0" cy="236561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1" name="TextBox 300">
            <a:extLst>
              <a:ext uri="{FF2B5EF4-FFF2-40B4-BE49-F238E27FC236}">
                <a16:creationId xmlns:a16="http://schemas.microsoft.com/office/drawing/2014/main" id="{7B3E46B8-F6D2-FF73-B85A-B4FC1A6701DD}"/>
              </a:ext>
            </a:extLst>
          </p:cNvPr>
          <p:cNvSpPr txBox="1"/>
          <p:nvPr/>
        </p:nvSpPr>
        <p:spPr>
          <a:xfrm>
            <a:off x="666317" y="4241187"/>
            <a:ext cx="10019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參照欄位</a:t>
            </a:r>
            <a:endParaRPr lang="en-GB" sz="1600" b="1" dirty="0">
              <a:solidFill>
                <a:schemeClr val="bg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391BD039-077F-978B-16CF-1398E81C8BC4}"/>
              </a:ext>
            </a:extLst>
          </p:cNvPr>
          <p:cNvSpPr txBox="1"/>
          <p:nvPr/>
        </p:nvSpPr>
        <p:spPr>
          <a:xfrm>
            <a:off x="2490042" y="4241187"/>
            <a:ext cx="10019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參照欄位</a:t>
            </a:r>
            <a:endParaRPr lang="en-GB" sz="1600" b="1" dirty="0">
              <a:solidFill>
                <a:schemeClr val="bg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F2E8A44-783B-A524-296F-E68CFC9630E5}"/>
              </a:ext>
            </a:extLst>
          </p:cNvPr>
          <p:cNvSpPr txBox="1"/>
          <p:nvPr/>
        </p:nvSpPr>
        <p:spPr>
          <a:xfrm>
            <a:off x="4469967" y="3259723"/>
            <a:ext cx="12483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zh-TW" sz="1600" dirty="0">
                <a:solidFill>
                  <a:srgbClr val="002060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(</a:t>
            </a:r>
            <a:r>
              <a:rPr lang="en-GB" altLang="zh-TW" sz="1600" dirty="0" err="1">
                <a:solidFill>
                  <a:srgbClr val="002060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all.x</a:t>
            </a:r>
            <a:r>
              <a:rPr lang="en-GB" altLang="zh-TW" sz="1600" dirty="0">
                <a:solidFill>
                  <a:srgbClr val="002060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=T)</a:t>
            </a:r>
            <a:endParaRPr lang="en-GB" sz="1600" dirty="0">
              <a:solidFill>
                <a:srgbClr val="002060"/>
              </a:solidFill>
              <a:latin typeface="Consolas" panose="020B0609020204030204" pitchFamily="49" charset="0"/>
              <a:ea typeface="微軟正黑體" panose="020B0604030504040204" pitchFamily="34" charset="-12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81D0E19-8353-60F1-2251-E0522AA4EC00}"/>
              </a:ext>
            </a:extLst>
          </p:cNvPr>
          <p:cNvSpPr txBox="1"/>
          <p:nvPr/>
        </p:nvSpPr>
        <p:spPr>
          <a:xfrm rot="2113648">
            <a:off x="4278436" y="4203135"/>
            <a:ext cx="12483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zh-TW" sz="1600" dirty="0">
                <a:solidFill>
                  <a:srgbClr val="002060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(all=T)</a:t>
            </a:r>
            <a:endParaRPr lang="en-GB" sz="1600" dirty="0">
              <a:solidFill>
                <a:srgbClr val="002060"/>
              </a:solidFill>
              <a:latin typeface="Consolas" panose="020B0609020204030204" pitchFamily="49" charset="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81557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Rectangle 259">
            <a:extLst>
              <a:ext uri="{FF2B5EF4-FFF2-40B4-BE49-F238E27FC236}">
                <a16:creationId xmlns:a16="http://schemas.microsoft.com/office/drawing/2014/main" id="{00923EBA-9048-844F-6B64-FFF55A890E21}"/>
              </a:ext>
            </a:extLst>
          </p:cNvPr>
          <p:cNvSpPr/>
          <p:nvPr/>
        </p:nvSpPr>
        <p:spPr>
          <a:xfrm>
            <a:off x="943524" y="488286"/>
            <a:ext cx="10164510" cy="55789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57" name="Freeform: Shape 256">
            <a:extLst>
              <a:ext uri="{FF2B5EF4-FFF2-40B4-BE49-F238E27FC236}">
                <a16:creationId xmlns:a16="http://schemas.microsoft.com/office/drawing/2014/main" id="{96171038-FC5D-8E4F-6AB2-822912F67972}"/>
              </a:ext>
            </a:extLst>
          </p:cNvPr>
          <p:cNvSpPr/>
          <p:nvPr/>
        </p:nvSpPr>
        <p:spPr>
          <a:xfrm>
            <a:off x="9795726" y="4124296"/>
            <a:ext cx="427899" cy="579851"/>
          </a:xfrm>
          <a:custGeom>
            <a:avLst/>
            <a:gdLst>
              <a:gd name="connsiteX0" fmla="*/ 1095067 w 1616199"/>
              <a:gd name="connsiteY0" fmla="*/ 0 h 2190134"/>
              <a:gd name="connsiteX1" fmla="*/ 1521317 w 1616199"/>
              <a:gd name="connsiteY1" fmla="*/ 86056 h 2190134"/>
              <a:gd name="connsiteX2" fmla="*/ 1616199 w 1616199"/>
              <a:gd name="connsiteY2" fmla="*/ 131763 h 2190134"/>
              <a:gd name="connsiteX3" fmla="*/ 1615357 w 1616199"/>
              <a:gd name="connsiteY3" fmla="*/ 132169 h 2190134"/>
              <a:gd name="connsiteX4" fmla="*/ 1042264 w 1616199"/>
              <a:gd name="connsiteY4" fmla="*/ 1095067 h 2190134"/>
              <a:gd name="connsiteX5" fmla="*/ 1615357 w 1616199"/>
              <a:gd name="connsiteY5" fmla="*/ 2057966 h 2190134"/>
              <a:gd name="connsiteX6" fmla="*/ 1616199 w 1616199"/>
              <a:gd name="connsiteY6" fmla="*/ 2058371 h 2190134"/>
              <a:gd name="connsiteX7" fmla="*/ 1521317 w 1616199"/>
              <a:gd name="connsiteY7" fmla="*/ 2104078 h 2190134"/>
              <a:gd name="connsiteX8" fmla="*/ 1095067 w 1616199"/>
              <a:gd name="connsiteY8" fmla="*/ 2190134 h 2190134"/>
              <a:gd name="connsiteX9" fmla="*/ 0 w 1616199"/>
              <a:gd name="connsiteY9" fmla="*/ 1095067 h 2190134"/>
              <a:gd name="connsiteX10" fmla="*/ 1095067 w 1616199"/>
              <a:gd name="connsiteY10" fmla="*/ 0 h 2190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16199" h="2190134">
                <a:moveTo>
                  <a:pt x="1095067" y="0"/>
                </a:moveTo>
                <a:cubicBezTo>
                  <a:pt x="1246264" y="0"/>
                  <a:pt x="1390305" y="30643"/>
                  <a:pt x="1521317" y="86056"/>
                </a:cubicBezTo>
                <a:lnTo>
                  <a:pt x="1616199" y="131763"/>
                </a:lnTo>
                <a:lnTo>
                  <a:pt x="1615357" y="132169"/>
                </a:lnTo>
                <a:cubicBezTo>
                  <a:pt x="1273997" y="317607"/>
                  <a:pt x="1042264" y="679275"/>
                  <a:pt x="1042264" y="1095067"/>
                </a:cubicBezTo>
                <a:cubicBezTo>
                  <a:pt x="1042264" y="1510860"/>
                  <a:pt x="1273997" y="1872528"/>
                  <a:pt x="1615357" y="2057966"/>
                </a:cubicBezTo>
                <a:lnTo>
                  <a:pt x="1616199" y="2058371"/>
                </a:lnTo>
                <a:lnTo>
                  <a:pt x="1521317" y="2104078"/>
                </a:lnTo>
                <a:cubicBezTo>
                  <a:pt x="1390305" y="2159492"/>
                  <a:pt x="1246264" y="2190134"/>
                  <a:pt x="1095067" y="2190134"/>
                </a:cubicBezTo>
                <a:cubicBezTo>
                  <a:pt x="490278" y="2190134"/>
                  <a:pt x="0" y="1699856"/>
                  <a:pt x="0" y="1095067"/>
                </a:cubicBezTo>
                <a:cubicBezTo>
                  <a:pt x="0" y="490278"/>
                  <a:pt x="490278" y="0"/>
                  <a:pt x="1095067" y="0"/>
                </a:cubicBezTo>
                <a:close/>
              </a:path>
            </a:pathLst>
          </a:custGeom>
          <a:solidFill>
            <a:srgbClr val="74A9DA">
              <a:alpha val="62745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258" name="Freeform: Shape 257">
            <a:extLst>
              <a:ext uri="{FF2B5EF4-FFF2-40B4-BE49-F238E27FC236}">
                <a16:creationId xmlns:a16="http://schemas.microsoft.com/office/drawing/2014/main" id="{D082468E-2CE0-5E61-2BB9-E3A84B739003}"/>
              </a:ext>
            </a:extLst>
          </p:cNvPr>
          <p:cNvSpPr/>
          <p:nvPr/>
        </p:nvSpPr>
        <p:spPr>
          <a:xfrm>
            <a:off x="10183225" y="4124297"/>
            <a:ext cx="427899" cy="579851"/>
          </a:xfrm>
          <a:custGeom>
            <a:avLst/>
            <a:gdLst>
              <a:gd name="connsiteX0" fmla="*/ 521132 w 1616199"/>
              <a:gd name="connsiteY0" fmla="*/ 0 h 2190134"/>
              <a:gd name="connsiteX1" fmla="*/ 1616199 w 1616199"/>
              <a:gd name="connsiteY1" fmla="*/ 1095067 h 2190134"/>
              <a:gd name="connsiteX2" fmla="*/ 521132 w 1616199"/>
              <a:gd name="connsiteY2" fmla="*/ 2190134 h 2190134"/>
              <a:gd name="connsiteX3" fmla="*/ 94883 w 1616199"/>
              <a:gd name="connsiteY3" fmla="*/ 2104078 h 2190134"/>
              <a:gd name="connsiteX4" fmla="*/ 0 w 1616199"/>
              <a:gd name="connsiteY4" fmla="*/ 2058371 h 2190134"/>
              <a:gd name="connsiteX5" fmla="*/ 842 w 1616199"/>
              <a:gd name="connsiteY5" fmla="*/ 2057966 h 2190134"/>
              <a:gd name="connsiteX6" fmla="*/ 573935 w 1616199"/>
              <a:gd name="connsiteY6" fmla="*/ 1095067 h 2190134"/>
              <a:gd name="connsiteX7" fmla="*/ 842 w 1616199"/>
              <a:gd name="connsiteY7" fmla="*/ 132169 h 2190134"/>
              <a:gd name="connsiteX8" fmla="*/ 0 w 1616199"/>
              <a:gd name="connsiteY8" fmla="*/ 131763 h 2190134"/>
              <a:gd name="connsiteX9" fmla="*/ 94883 w 1616199"/>
              <a:gd name="connsiteY9" fmla="*/ 86056 h 2190134"/>
              <a:gd name="connsiteX10" fmla="*/ 521132 w 1616199"/>
              <a:gd name="connsiteY10" fmla="*/ 0 h 2190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16199" h="2190134">
                <a:moveTo>
                  <a:pt x="521132" y="0"/>
                </a:moveTo>
                <a:cubicBezTo>
                  <a:pt x="1125921" y="0"/>
                  <a:pt x="1616199" y="490278"/>
                  <a:pt x="1616199" y="1095067"/>
                </a:cubicBezTo>
                <a:cubicBezTo>
                  <a:pt x="1616199" y="1699856"/>
                  <a:pt x="1125921" y="2190134"/>
                  <a:pt x="521132" y="2190134"/>
                </a:cubicBezTo>
                <a:cubicBezTo>
                  <a:pt x="369935" y="2190134"/>
                  <a:pt x="225895" y="2159492"/>
                  <a:pt x="94883" y="2104078"/>
                </a:cubicBezTo>
                <a:lnTo>
                  <a:pt x="0" y="2058371"/>
                </a:lnTo>
                <a:lnTo>
                  <a:pt x="842" y="2057966"/>
                </a:lnTo>
                <a:cubicBezTo>
                  <a:pt x="342202" y="1872528"/>
                  <a:pt x="573935" y="1510860"/>
                  <a:pt x="573935" y="1095067"/>
                </a:cubicBezTo>
                <a:cubicBezTo>
                  <a:pt x="573935" y="679275"/>
                  <a:pt x="342202" y="317607"/>
                  <a:pt x="842" y="132169"/>
                </a:cubicBezTo>
                <a:lnTo>
                  <a:pt x="0" y="131763"/>
                </a:lnTo>
                <a:lnTo>
                  <a:pt x="94883" y="86056"/>
                </a:lnTo>
                <a:cubicBezTo>
                  <a:pt x="225895" y="30643"/>
                  <a:pt x="369935" y="0"/>
                  <a:pt x="521132" y="0"/>
                </a:cubicBezTo>
                <a:close/>
              </a:path>
            </a:pathLst>
          </a:custGeom>
          <a:solidFill>
            <a:srgbClr val="FF6969">
              <a:alpha val="4666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252" name="Freeform: Shape 251">
            <a:extLst>
              <a:ext uri="{FF2B5EF4-FFF2-40B4-BE49-F238E27FC236}">
                <a16:creationId xmlns:a16="http://schemas.microsoft.com/office/drawing/2014/main" id="{3DD77E55-3578-1458-7B3B-26E1AA4CE947}"/>
              </a:ext>
            </a:extLst>
          </p:cNvPr>
          <p:cNvSpPr/>
          <p:nvPr/>
        </p:nvSpPr>
        <p:spPr>
          <a:xfrm>
            <a:off x="5883100" y="4124296"/>
            <a:ext cx="427899" cy="579851"/>
          </a:xfrm>
          <a:custGeom>
            <a:avLst/>
            <a:gdLst>
              <a:gd name="connsiteX0" fmla="*/ 1095067 w 1616199"/>
              <a:gd name="connsiteY0" fmla="*/ 0 h 2190134"/>
              <a:gd name="connsiteX1" fmla="*/ 1521317 w 1616199"/>
              <a:gd name="connsiteY1" fmla="*/ 86056 h 2190134"/>
              <a:gd name="connsiteX2" fmla="*/ 1616199 w 1616199"/>
              <a:gd name="connsiteY2" fmla="*/ 131763 h 2190134"/>
              <a:gd name="connsiteX3" fmla="*/ 1615357 w 1616199"/>
              <a:gd name="connsiteY3" fmla="*/ 132169 h 2190134"/>
              <a:gd name="connsiteX4" fmla="*/ 1042264 w 1616199"/>
              <a:gd name="connsiteY4" fmla="*/ 1095067 h 2190134"/>
              <a:gd name="connsiteX5" fmla="*/ 1615357 w 1616199"/>
              <a:gd name="connsiteY5" fmla="*/ 2057966 h 2190134"/>
              <a:gd name="connsiteX6" fmla="*/ 1616199 w 1616199"/>
              <a:gd name="connsiteY6" fmla="*/ 2058371 h 2190134"/>
              <a:gd name="connsiteX7" fmla="*/ 1521317 w 1616199"/>
              <a:gd name="connsiteY7" fmla="*/ 2104078 h 2190134"/>
              <a:gd name="connsiteX8" fmla="*/ 1095067 w 1616199"/>
              <a:gd name="connsiteY8" fmla="*/ 2190134 h 2190134"/>
              <a:gd name="connsiteX9" fmla="*/ 0 w 1616199"/>
              <a:gd name="connsiteY9" fmla="*/ 1095067 h 2190134"/>
              <a:gd name="connsiteX10" fmla="*/ 1095067 w 1616199"/>
              <a:gd name="connsiteY10" fmla="*/ 0 h 2190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16199" h="2190134">
                <a:moveTo>
                  <a:pt x="1095067" y="0"/>
                </a:moveTo>
                <a:cubicBezTo>
                  <a:pt x="1246264" y="0"/>
                  <a:pt x="1390305" y="30643"/>
                  <a:pt x="1521317" y="86056"/>
                </a:cubicBezTo>
                <a:lnTo>
                  <a:pt x="1616199" y="131763"/>
                </a:lnTo>
                <a:lnTo>
                  <a:pt x="1615357" y="132169"/>
                </a:lnTo>
                <a:cubicBezTo>
                  <a:pt x="1273997" y="317607"/>
                  <a:pt x="1042264" y="679275"/>
                  <a:pt x="1042264" y="1095067"/>
                </a:cubicBezTo>
                <a:cubicBezTo>
                  <a:pt x="1042264" y="1510860"/>
                  <a:pt x="1273997" y="1872528"/>
                  <a:pt x="1615357" y="2057966"/>
                </a:cubicBezTo>
                <a:lnTo>
                  <a:pt x="1616199" y="2058371"/>
                </a:lnTo>
                <a:lnTo>
                  <a:pt x="1521317" y="2104078"/>
                </a:lnTo>
                <a:cubicBezTo>
                  <a:pt x="1390305" y="2159492"/>
                  <a:pt x="1246264" y="2190134"/>
                  <a:pt x="1095067" y="2190134"/>
                </a:cubicBezTo>
                <a:cubicBezTo>
                  <a:pt x="490278" y="2190134"/>
                  <a:pt x="0" y="1699856"/>
                  <a:pt x="0" y="1095067"/>
                </a:cubicBezTo>
                <a:cubicBezTo>
                  <a:pt x="0" y="490278"/>
                  <a:pt x="490278" y="0"/>
                  <a:pt x="1095067" y="0"/>
                </a:cubicBezTo>
                <a:close/>
              </a:path>
            </a:pathLst>
          </a:custGeom>
          <a:solidFill>
            <a:srgbClr val="74A9DA">
              <a:alpha val="62745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246" name="Freeform: Shape 245">
            <a:extLst>
              <a:ext uri="{FF2B5EF4-FFF2-40B4-BE49-F238E27FC236}">
                <a16:creationId xmlns:a16="http://schemas.microsoft.com/office/drawing/2014/main" id="{417C8D62-07EC-ED9B-FBB3-FB2550F6341F}"/>
              </a:ext>
            </a:extLst>
          </p:cNvPr>
          <p:cNvSpPr/>
          <p:nvPr/>
        </p:nvSpPr>
        <p:spPr>
          <a:xfrm>
            <a:off x="7968931" y="4124297"/>
            <a:ext cx="427899" cy="579851"/>
          </a:xfrm>
          <a:custGeom>
            <a:avLst/>
            <a:gdLst>
              <a:gd name="connsiteX0" fmla="*/ 521132 w 1616199"/>
              <a:gd name="connsiteY0" fmla="*/ 0 h 2190134"/>
              <a:gd name="connsiteX1" fmla="*/ 1616199 w 1616199"/>
              <a:gd name="connsiteY1" fmla="*/ 1095067 h 2190134"/>
              <a:gd name="connsiteX2" fmla="*/ 521132 w 1616199"/>
              <a:gd name="connsiteY2" fmla="*/ 2190134 h 2190134"/>
              <a:gd name="connsiteX3" fmla="*/ 94883 w 1616199"/>
              <a:gd name="connsiteY3" fmla="*/ 2104078 h 2190134"/>
              <a:gd name="connsiteX4" fmla="*/ 0 w 1616199"/>
              <a:gd name="connsiteY4" fmla="*/ 2058371 h 2190134"/>
              <a:gd name="connsiteX5" fmla="*/ 842 w 1616199"/>
              <a:gd name="connsiteY5" fmla="*/ 2057966 h 2190134"/>
              <a:gd name="connsiteX6" fmla="*/ 573935 w 1616199"/>
              <a:gd name="connsiteY6" fmla="*/ 1095067 h 2190134"/>
              <a:gd name="connsiteX7" fmla="*/ 842 w 1616199"/>
              <a:gd name="connsiteY7" fmla="*/ 132169 h 2190134"/>
              <a:gd name="connsiteX8" fmla="*/ 0 w 1616199"/>
              <a:gd name="connsiteY8" fmla="*/ 131763 h 2190134"/>
              <a:gd name="connsiteX9" fmla="*/ 94883 w 1616199"/>
              <a:gd name="connsiteY9" fmla="*/ 86056 h 2190134"/>
              <a:gd name="connsiteX10" fmla="*/ 521132 w 1616199"/>
              <a:gd name="connsiteY10" fmla="*/ 0 h 2190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16199" h="2190134">
                <a:moveTo>
                  <a:pt x="521132" y="0"/>
                </a:moveTo>
                <a:cubicBezTo>
                  <a:pt x="1125921" y="0"/>
                  <a:pt x="1616199" y="490278"/>
                  <a:pt x="1616199" y="1095067"/>
                </a:cubicBezTo>
                <a:cubicBezTo>
                  <a:pt x="1616199" y="1699856"/>
                  <a:pt x="1125921" y="2190134"/>
                  <a:pt x="521132" y="2190134"/>
                </a:cubicBezTo>
                <a:cubicBezTo>
                  <a:pt x="369935" y="2190134"/>
                  <a:pt x="225895" y="2159492"/>
                  <a:pt x="94883" y="2104078"/>
                </a:cubicBezTo>
                <a:lnTo>
                  <a:pt x="0" y="2058371"/>
                </a:lnTo>
                <a:lnTo>
                  <a:pt x="842" y="2057966"/>
                </a:lnTo>
                <a:cubicBezTo>
                  <a:pt x="342202" y="1872528"/>
                  <a:pt x="573935" y="1510860"/>
                  <a:pt x="573935" y="1095067"/>
                </a:cubicBezTo>
                <a:cubicBezTo>
                  <a:pt x="573935" y="679275"/>
                  <a:pt x="342202" y="317607"/>
                  <a:pt x="842" y="132169"/>
                </a:cubicBezTo>
                <a:lnTo>
                  <a:pt x="0" y="131763"/>
                </a:lnTo>
                <a:lnTo>
                  <a:pt x="94883" y="86056"/>
                </a:lnTo>
                <a:cubicBezTo>
                  <a:pt x="225895" y="30643"/>
                  <a:pt x="369935" y="0"/>
                  <a:pt x="521132" y="0"/>
                </a:cubicBezTo>
                <a:close/>
              </a:path>
            </a:pathLst>
          </a:custGeom>
          <a:solidFill>
            <a:srgbClr val="FF6969">
              <a:alpha val="4666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pic>
        <p:nvPicPr>
          <p:cNvPr id="239" name="Picture 238">
            <a:extLst>
              <a:ext uri="{FF2B5EF4-FFF2-40B4-BE49-F238E27FC236}">
                <a16:creationId xmlns:a16="http://schemas.microsoft.com/office/drawing/2014/main" id="{B1557371-1E54-F8F6-710F-31645BE79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3253" y="919700"/>
            <a:ext cx="877511" cy="594389"/>
          </a:xfrm>
          <a:prstGeom prst="rect">
            <a:avLst/>
          </a:prstGeom>
        </p:spPr>
      </p:pic>
      <p:sp>
        <p:nvSpPr>
          <p:cNvPr id="236" name="Freeform: Shape 235">
            <a:extLst>
              <a:ext uri="{FF2B5EF4-FFF2-40B4-BE49-F238E27FC236}">
                <a16:creationId xmlns:a16="http://schemas.microsoft.com/office/drawing/2014/main" id="{1DCB411F-C403-F2C6-BC68-18EA62CF907E}"/>
              </a:ext>
            </a:extLst>
          </p:cNvPr>
          <p:cNvSpPr/>
          <p:nvPr/>
        </p:nvSpPr>
        <p:spPr>
          <a:xfrm>
            <a:off x="5883100" y="902398"/>
            <a:ext cx="364445" cy="611692"/>
          </a:xfrm>
          <a:custGeom>
            <a:avLst/>
            <a:gdLst>
              <a:gd name="connsiteX0" fmla="*/ 573935 w 1147870"/>
              <a:gd name="connsiteY0" fmla="*/ 0 h 1926608"/>
              <a:gd name="connsiteX1" fmla="*/ 574777 w 1147870"/>
              <a:gd name="connsiteY1" fmla="*/ 406 h 1926608"/>
              <a:gd name="connsiteX2" fmla="*/ 1147870 w 1147870"/>
              <a:gd name="connsiteY2" fmla="*/ 963304 h 1926608"/>
              <a:gd name="connsiteX3" fmla="*/ 574777 w 1147870"/>
              <a:gd name="connsiteY3" fmla="*/ 1926203 h 1926608"/>
              <a:gd name="connsiteX4" fmla="*/ 573935 w 1147870"/>
              <a:gd name="connsiteY4" fmla="*/ 1926608 h 1926608"/>
              <a:gd name="connsiteX5" fmla="*/ 573093 w 1147870"/>
              <a:gd name="connsiteY5" fmla="*/ 1926203 h 1926608"/>
              <a:gd name="connsiteX6" fmla="*/ 0 w 1147870"/>
              <a:gd name="connsiteY6" fmla="*/ 963304 h 1926608"/>
              <a:gd name="connsiteX7" fmla="*/ 573093 w 1147870"/>
              <a:gd name="connsiteY7" fmla="*/ 406 h 1926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47870" h="1926608">
                <a:moveTo>
                  <a:pt x="573935" y="0"/>
                </a:moveTo>
                <a:lnTo>
                  <a:pt x="574777" y="406"/>
                </a:lnTo>
                <a:cubicBezTo>
                  <a:pt x="916137" y="185844"/>
                  <a:pt x="1147870" y="547512"/>
                  <a:pt x="1147870" y="963304"/>
                </a:cubicBezTo>
                <a:cubicBezTo>
                  <a:pt x="1147870" y="1379097"/>
                  <a:pt x="916137" y="1740765"/>
                  <a:pt x="574777" y="1926203"/>
                </a:cubicBezTo>
                <a:lnTo>
                  <a:pt x="573935" y="1926608"/>
                </a:lnTo>
                <a:lnTo>
                  <a:pt x="573093" y="1926203"/>
                </a:lnTo>
                <a:cubicBezTo>
                  <a:pt x="231733" y="1740765"/>
                  <a:pt x="0" y="1379097"/>
                  <a:pt x="0" y="963304"/>
                </a:cubicBezTo>
                <a:cubicBezTo>
                  <a:pt x="0" y="547512"/>
                  <a:pt x="231733" y="185844"/>
                  <a:pt x="573093" y="406"/>
                </a:cubicBezTo>
                <a:close/>
              </a:path>
            </a:pathLst>
          </a:custGeom>
          <a:solidFill>
            <a:srgbClr val="D19D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C5699D-C30B-5A53-CF77-12263B826F91}"/>
              </a:ext>
            </a:extLst>
          </p:cNvPr>
          <p:cNvSpPr/>
          <p:nvPr/>
        </p:nvSpPr>
        <p:spPr>
          <a:xfrm>
            <a:off x="1083967" y="2176464"/>
            <a:ext cx="350196" cy="26511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E775CB-EEB1-EA8F-910B-AB9C57043CDF}"/>
              </a:ext>
            </a:extLst>
          </p:cNvPr>
          <p:cNvSpPr/>
          <p:nvPr/>
        </p:nvSpPr>
        <p:spPr>
          <a:xfrm>
            <a:off x="1434163" y="2176464"/>
            <a:ext cx="350196" cy="265112"/>
          </a:xfrm>
          <a:prstGeom prst="rect">
            <a:avLst/>
          </a:prstGeom>
          <a:solidFill>
            <a:srgbClr val="F8CBAD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7E1E62-83FB-89F6-79E6-570056F8451A}"/>
              </a:ext>
            </a:extLst>
          </p:cNvPr>
          <p:cNvSpPr/>
          <p:nvPr/>
        </p:nvSpPr>
        <p:spPr>
          <a:xfrm>
            <a:off x="1784359" y="2176464"/>
            <a:ext cx="350196" cy="265112"/>
          </a:xfrm>
          <a:prstGeom prst="rect">
            <a:avLst/>
          </a:prstGeom>
          <a:solidFill>
            <a:srgbClr val="F8CBAD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2B679C-D1C2-CCB2-42E1-DB4D34A0C6DC}"/>
              </a:ext>
            </a:extLst>
          </p:cNvPr>
          <p:cNvSpPr/>
          <p:nvPr/>
        </p:nvSpPr>
        <p:spPr>
          <a:xfrm>
            <a:off x="2134555" y="2176464"/>
            <a:ext cx="350196" cy="265112"/>
          </a:xfrm>
          <a:prstGeom prst="rect">
            <a:avLst/>
          </a:prstGeom>
          <a:solidFill>
            <a:srgbClr val="F8CBAD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924686-18F1-A873-671F-30DB5C1A6623}"/>
              </a:ext>
            </a:extLst>
          </p:cNvPr>
          <p:cNvSpPr/>
          <p:nvPr/>
        </p:nvSpPr>
        <p:spPr>
          <a:xfrm>
            <a:off x="1083967" y="2441576"/>
            <a:ext cx="350196" cy="26511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188E84D-7DBB-7F90-EB52-1A60CF72202D}"/>
              </a:ext>
            </a:extLst>
          </p:cNvPr>
          <p:cNvSpPr/>
          <p:nvPr/>
        </p:nvSpPr>
        <p:spPr>
          <a:xfrm>
            <a:off x="1434163" y="2441576"/>
            <a:ext cx="350196" cy="265112"/>
          </a:xfrm>
          <a:prstGeom prst="rect">
            <a:avLst/>
          </a:prstGeom>
          <a:solidFill>
            <a:srgbClr val="FFF2CC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55E6E0-FFD7-E00E-8153-2072BAEBF294}"/>
              </a:ext>
            </a:extLst>
          </p:cNvPr>
          <p:cNvSpPr/>
          <p:nvPr/>
        </p:nvSpPr>
        <p:spPr>
          <a:xfrm>
            <a:off x="1784359" y="2706921"/>
            <a:ext cx="350196" cy="265112"/>
          </a:xfrm>
          <a:prstGeom prst="rect">
            <a:avLst/>
          </a:prstGeom>
          <a:solidFill>
            <a:srgbClr val="E2F0D9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287FB1-6EE2-E5E4-1972-CE98A0BF8769}"/>
              </a:ext>
            </a:extLst>
          </p:cNvPr>
          <p:cNvSpPr/>
          <p:nvPr/>
        </p:nvSpPr>
        <p:spPr>
          <a:xfrm>
            <a:off x="2134555" y="2000915"/>
            <a:ext cx="350196" cy="1755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86FF46-BD90-86D4-68E6-CDD7AC60AA6F}"/>
              </a:ext>
            </a:extLst>
          </p:cNvPr>
          <p:cNvSpPr/>
          <p:nvPr/>
        </p:nvSpPr>
        <p:spPr>
          <a:xfrm>
            <a:off x="1784359" y="2000915"/>
            <a:ext cx="350196" cy="1755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E214B6-A1D3-3814-1D2A-1069C1540716}"/>
              </a:ext>
            </a:extLst>
          </p:cNvPr>
          <p:cNvSpPr/>
          <p:nvPr/>
        </p:nvSpPr>
        <p:spPr>
          <a:xfrm>
            <a:off x="1434163" y="2000915"/>
            <a:ext cx="350196" cy="1755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77B125-2047-EBA2-FA1B-62623D3F5F12}"/>
              </a:ext>
            </a:extLst>
          </p:cNvPr>
          <p:cNvSpPr/>
          <p:nvPr/>
        </p:nvSpPr>
        <p:spPr>
          <a:xfrm>
            <a:off x="1083967" y="2000915"/>
            <a:ext cx="350196" cy="1755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017890F-B2E2-2E21-CB6A-70511800B6EA}"/>
              </a:ext>
            </a:extLst>
          </p:cNvPr>
          <p:cNvSpPr/>
          <p:nvPr/>
        </p:nvSpPr>
        <p:spPr>
          <a:xfrm>
            <a:off x="1784359" y="2441576"/>
            <a:ext cx="350196" cy="265112"/>
          </a:xfrm>
          <a:prstGeom prst="rect">
            <a:avLst/>
          </a:prstGeom>
          <a:solidFill>
            <a:srgbClr val="FFF2CC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B15A8AA-18BE-CA20-53EE-E0E0C25ABD08}"/>
              </a:ext>
            </a:extLst>
          </p:cNvPr>
          <p:cNvSpPr/>
          <p:nvPr/>
        </p:nvSpPr>
        <p:spPr>
          <a:xfrm>
            <a:off x="2134555" y="2441576"/>
            <a:ext cx="350196" cy="265112"/>
          </a:xfrm>
          <a:prstGeom prst="rect">
            <a:avLst/>
          </a:prstGeom>
          <a:solidFill>
            <a:srgbClr val="FFF2CC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BD06765-2B93-DF95-C0DA-BB5F89673EB7}"/>
              </a:ext>
            </a:extLst>
          </p:cNvPr>
          <p:cNvSpPr/>
          <p:nvPr/>
        </p:nvSpPr>
        <p:spPr>
          <a:xfrm>
            <a:off x="1083967" y="2968223"/>
            <a:ext cx="350196" cy="26511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2232F5F-D6C7-3C84-FA3A-8B9E84EDEB94}"/>
              </a:ext>
            </a:extLst>
          </p:cNvPr>
          <p:cNvSpPr/>
          <p:nvPr/>
        </p:nvSpPr>
        <p:spPr>
          <a:xfrm>
            <a:off x="1434163" y="2968223"/>
            <a:ext cx="350196" cy="265112"/>
          </a:xfrm>
          <a:prstGeom prst="rect">
            <a:avLst/>
          </a:prstGeom>
          <a:solidFill>
            <a:srgbClr val="B4C7E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FBB9512-4DAD-0D7D-B9D0-B0354168BA90}"/>
              </a:ext>
            </a:extLst>
          </p:cNvPr>
          <p:cNvSpPr/>
          <p:nvPr/>
        </p:nvSpPr>
        <p:spPr>
          <a:xfrm>
            <a:off x="1784359" y="2972033"/>
            <a:ext cx="350196" cy="265112"/>
          </a:xfrm>
          <a:prstGeom prst="rect">
            <a:avLst/>
          </a:prstGeom>
          <a:solidFill>
            <a:srgbClr val="B4C7E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8ED2F06-E075-4B54-7CAA-3A627334C696}"/>
              </a:ext>
            </a:extLst>
          </p:cNvPr>
          <p:cNvSpPr/>
          <p:nvPr/>
        </p:nvSpPr>
        <p:spPr>
          <a:xfrm>
            <a:off x="2134555" y="2968223"/>
            <a:ext cx="350196" cy="265112"/>
          </a:xfrm>
          <a:prstGeom prst="rect">
            <a:avLst/>
          </a:prstGeom>
          <a:solidFill>
            <a:srgbClr val="B4C7E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1BB3A27-3EC4-E161-DF51-5F797B017F08}"/>
              </a:ext>
            </a:extLst>
          </p:cNvPr>
          <p:cNvSpPr/>
          <p:nvPr/>
        </p:nvSpPr>
        <p:spPr>
          <a:xfrm>
            <a:off x="1083967" y="3229758"/>
            <a:ext cx="350196" cy="265112"/>
          </a:xfrm>
          <a:prstGeom prst="rect">
            <a:avLst/>
          </a:prstGeom>
          <a:solidFill>
            <a:srgbClr val="E6D5F3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5FEDE90-40A8-F1C4-E2F2-0F6B2A3BAFC0}"/>
              </a:ext>
            </a:extLst>
          </p:cNvPr>
          <p:cNvSpPr/>
          <p:nvPr/>
        </p:nvSpPr>
        <p:spPr>
          <a:xfrm>
            <a:off x="1434163" y="3229758"/>
            <a:ext cx="350196" cy="265112"/>
          </a:xfrm>
          <a:prstGeom prst="rect">
            <a:avLst/>
          </a:prstGeom>
          <a:solidFill>
            <a:srgbClr val="E6D5F3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E565C2F-A342-696B-8CB7-68E5CF85774D}"/>
              </a:ext>
            </a:extLst>
          </p:cNvPr>
          <p:cNvSpPr/>
          <p:nvPr/>
        </p:nvSpPr>
        <p:spPr>
          <a:xfrm>
            <a:off x="1784359" y="3229758"/>
            <a:ext cx="350196" cy="265112"/>
          </a:xfrm>
          <a:prstGeom prst="rect">
            <a:avLst/>
          </a:prstGeom>
          <a:solidFill>
            <a:srgbClr val="E6D5F3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0808D94-6C41-9460-4321-99BD7D4C6596}"/>
              </a:ext>
            </a:extLst>
          </p:cNvPr>
          <p:cNvSpPr/>
          <p:nvPr/>
        </p:nvSpPr>
        <p:spPr>
          <a:xfrm>
            <a:off x="2134555" y="3229758"/>
            <a:ext cx="350196" cy="265112"/>
          </a:xfrm>
          <a:prstGeom prst="rect">
            <a:avLst/>
          </a:prstGeom>
          <a:solidFill>
            <a:srgbClr val="E6D5F3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172369B-200D-3AE1-5D4C-D0A3D48DD01E}"/>
              </a:ext>
            </a:extLst>
          </p:cNvPr>
          <p:cNvSpPr/>
          <p:nvPr/>
        </p:nvSpPr>
        <p:spPr>
          <a:xfrm>
            <a:off x="1434163" y="2706688"/>
            <a:ext cx="350196" cy="265112"/>
          </a:xfrm>
          <a:prstGeom prst="rect">
            <a:avLst/>
          </a:prstGeom>
          <a:solidFill>
            <a:srgbClr val="E2F0D9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9902E9E-F1EA-81BC-9BE6-E4A5B781143C}"/>
              </a:ext>
            </a:extLst>
          </p:cNvPr>
          <p:cNvSpPr/>
          <p:nvPr/>
        </p:nvSpPr>
        <p:spPr>
          <a:xfrm>
            <a:off x="2134555" y="2706688"/>
            <a:ext cx="350196" cy="265112"/>
          </a:xfrm>
          <a:prstGeom prst="rect">
            <a:avLst/>
          </a:prstGeom>
          <a:solidFill>
            <a:srgbClr val="E2F0D9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756D5EA-B6F3-E199-8C27-AE2E12D3BACF}"/>
              </a:ext>
            </a:extLst>
          </p:cNvPr>
          <p:cNvSpPr/>
          <p:nvPr/>
        </p:nvSpPr>
        <p:spPr>
          <a:xfrm>
            <a:off x="1083967" y="2706688"/>
            <a:ext cx="350196" cy="2651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53302C3-59E3-A9AF-9FFE-D85760795274}"/>
              </a:ext>
            </a:extLst>
          </p:cNvPr>
          <p:cNvSpPr/>
          <p:nvPr/>
        </p:nvSpPr>
        <p:spPr>
          <a:xfrm>
            <a:off x="2900317" y="2176462"/>
            <a:ext cx="350196" cy="265112"/>
          </a:xfrm>
          <a:prstGeom prst="rect">
            <a:avLst/>
          </a:prstGeom>
          <a:solidFill>
            <a:srgbClr val="BDEEFF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1AB514C-8C5D-6C74-072E-F92ECF2A3424}"/>
              </a:ext>
            </a:extLst>
          </p:cNvPr>
          <p:cNvSpPr/>
          <p:nvPr/>
        </p:nvSpPr>
        <p:spPr>
          <a:xfrm>
            <a:off x="3250513" y="2176462"/>
            <a:ext cx="350196" cy="265112"/>
          </a:xfrm>
          <a:prstGeom prst="rect">
            <a:avLst/>
          </a:prstGeom>
          <a:solidFill>
            <a:srgbClr val="BDEEFF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6FBC1CF-0D80-E1FD-F7D0-1A75064452DC}"/>
              </a:ext>
            </a:extLst>
          </p:cNvPr>
          <p:cNvSpPr/>
          <p:nvPr/>
        </p:nvSpPr>
        <p:spPr>
          <a:xfrm>
            <a:off x="3600709" y="2176462"/>
            <a:ext cx="350196" cy="265112"/>
          </a:xfrm>
          <a:prstGeom prst="rect">
            <a:avLst/>
          </a:prstGeom>
          <a:solidFill>
            <a:srgbClr val="BDEEFF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7EA145C-ECFC-E8CA-4FFB-74C78DDAE400}"/>
              </a:ext>
            </a:extLst>
          </p:cNvPr>
          <p:cNvSpPr/>
          <p:nvPr/>
        </p:nvSpPr>
        <p:spPr>
          <a:xfrm>
            <a:off x="3950905" y="2176462"/>
            <a:ext cx="350196" cy="265112"/>
          </a:xfrm>
          <a:prstGeom prst="rect">
            <a:avLst/>
          </a:prstGeom>
          <a:solidFill>
            <a:srgbClr val="BDEEFF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D945BE6-1D65-7691-8845-EA84CC1DB81F}"/>
              </a:ext>
            </a:extLst>
          </p:cNvPr>
          <p:cNvSpPr/>
          <p:nvPr/>
        </p:nvSpPr>
        <p:spPr>
          <a:xfrm>
            <a:off x="2900317" y="3222595"/>
            <a:ext cx="350196" cy="26511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C93277C-4425-2504-A444-DAF8C09078EC}"/>
              </a:ext>
            </a:extLst>
          </p:cNvPr>
          <p:cNvSpPr/>
          <p:nvPr/>
        </p:nvSpPr>
        <p:spPr>
          <a:xfrm>
            <a:off x="3250513" y="2441574"/>
            <a:ext cx="350196" cy="265112"/>
          </a:xfrm>
          <a:prstGeom prst="rect">
            <a:avLst/>
          </a:prstGeom>
          <a:solidFill>
            <a:srgbClr val="B4C7E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280FA66-C5F1-6122-033E-6D658FA68109}"/>
              </a:ext>
            </a:extLst>
          </p:cNvPr>
          <p:cNvSpPr/>
          <p:nvPr/>
        </p:nvSpPr>
        <p:spPr>
          <a:xfrm>
            <a:off x="3600709" y="2703108"/>
            <a:ext cx="350196" cy="265112"/>
          </a:xfrm>
          <a:prstGeom prst="rect">
            <a:avLst/>
          </a:prstGeom>
          <a:solidFill>
            <a:srgbClr val="FFE28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748902F-AA80-2828-7A43-3EF345CE8BA1}"/>
              </a:ext>
            </a:extLst>
          </p:cNvPr>
          <p:cNvSpPr/>
          <p:nvPr/>
        </p:nvSpPr>
        <p:spPr>
          <a:xfrm>
            <a:off x="3600709" y="2441574"/>
            <a:ext cx="350196" cy="265112"/>
          </a:xfrm>
          <a:prstGeom prst="rect">
            <a:avLst/>
          </a:prstGeom>
          <a:solidFill>
            <a:srgbClr val="B4C7E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497AF5E-1A68-3258-B0BF-642201BBC7A8}"/>
              </a:ext>
            </a:extLst>
          </p:cNvPr>
          <p:cNvSpPr/>
          <p:nvPr/>
        </p:nvSpPr>
        <p:spPr>
          <a:xfrm>
            <a:off x="3950905" y="2441574"/>
            <a:ext cx="350196" cy="265112"/>
          </a:xfrm>
          <a:prstGeom prst="rect">
            <a:avLst/>
          </a:prstGeom>
          <a:solidFill>
            <a:srgbClr val="B4C7E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36C6FA9-A590-B9C8-FE38-D17A569B7EE5}"/>
              </a:ext>
            </a:extLst>
          </p:cNvPr>
          <p:cNvSpPr/>
          <p:nvPr/>
        </p:nvSpPr>
        <p:spPr>
          <a:xfrm>
            <a:off x="2900317" y="2441574"/>
            <a:ext cx="350196" cy="26511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93FF758-E06A-BF3E-F34A-453E16508F49}"/>
              </a:ext>
            </a:extLst>
          </p:cNvPr>
          <p:cNvSpPr/>
          <p:nvPr/>
        </p:nvSpPr>
        <p:spPr>
          <a:xfrm>
            <a:off x="3250513" y="2964642"/>
            <a:ext cx="350196" cy="265112"/>
          </a:xfrm>
          <a:prstGeom prst="rect">
            <a:avLst/>
          </a:prstGeom>
          <a:solidFill>
            <a:srgbClr val="E6D5F3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0CC40FC-5750-44C3-3FC7-DDF0ACB4D7A0}"/>
              </a:ext>
            </a:extLst>
          </p:cNvPr>
          <p:cNvSpPr/>
          <p:nvPr/>
        </p:nvSpPr>
        <p:spPr>
          <a:xfrm>
            <a:off x="3600709" y="2973819"/>
            <a:ext cx="350196" cy="265112"/>
          </a:xfrm>
          <a:prstGeom prst="rect">
            <a:avLst/>
          </a:prstGeom>
          <a:solidFill>
            <a:srgbClr val="E6D5F3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389C918-CA54-A5E2-7818-4B1BBD5FBD7D}"/>
              </a:ext>
            </a:extLst>
          </p:cNvPr>
          <p:cNvSpPr/>
          <p:nvPr/>
        </p:nvSpPr>
        <p:spPr>
          <a:xfrm>
            <a:off x="3950905" y="2964642"/>
            <a:ext cx="350196" cy="265112"/>
          </a:xfrm>
          <a:prstGeom prst="rect">
            <a:avLst/>
          </a:prstGeom>
          <a:solidFill>
            <a:srgbClr val="E6D5F3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5A9C206-E5B5-CEDF-D790-2FDB60A55E68}"/>
              </a:ext>
            </a:extLst>
          </p:cNvPr>
          <p:cNvSpPr/>
          <p:nvPr/>
        </p:nvSpPr>
        <p:spPr>
          <a:xfrm>
            <a:off x="2900317" y="2964641"/>
            <a:ext cx="350196" cy="265112"/>
          </a:xfrm>
          <a:prstGeom prst="rect">
            <a:avLst/>
          </a:prstGeom>
          <a:solidFill>
            <a:srgbClr val="E6D5F3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479F2B0-C9EF-E930-1B57-14141FF8F116}"/>
              </a:ext>
            </a:extLst>
          </p:cNvPr>
          <p:cNvSpPr/>
          <p:nvPr/>
        </p:nvSpPr>
        <p:spPr>
          <a:xfrm>
            <a:off x="3250513" y="3222596"/>
            <a:ext cx="350196" cy="265112"/>
          </a:xfrm>
          <a:prstGeom prst="rect">
            <a:avLst/>
          </a:prstGeom>
          <a:solidFill>
            <a:srgbClr val="FFF2CC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6493766-7BE4-7CAB-9313-990E79DD97BD}"/>
              </a:ext>
            </a:extLst>
          </p:cNvPr>
          <p:cNvSpPr/>
          <p:nvPr/>
        </p:nvSpPr>
        <p:spPr>
          <a:xfrm>
            <a:off x="3600709" y="3222596"/>
            <a:ext cx="350196" cy="265112"/>
          </a:xfrm>
          <a:prstGeom prst="rect">
            <a:avLst/>
          </a:prstGeom>
          <a:solidFill>
            <a:srgbClr val="FFF2CC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C703ACD-1BF7-237F-EAE2-1121FCCF56AA}"/>
              </a:ext>
            </a:extLst>
          </p:cNvPr>
          <p:cNvSpPr/>
          <p:nvPr/>
        </p:nvSpPr>
        <p:spPr>
          <a:xfrm>
            <a:off x="3950905" y="3222596"/>
            <a:ext cx="350196" cy="265112"/>
          </a:xfrm>
          <a:prstGeom prst="rect">
            <a:avLst/>
          </a:prstGeom>
          <a:solidFill>
            <a:srgbClr val="FFF2CC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56992AF-D885-7DF8-A070-7FDEF75BE312}"/>
              </a:ext>
            </a:extLst>
          </p:cNvPr>
          <p:cNvSpPr/>
          <p:nvPr/>
        </p:nvSpPr>
        <p:spPr>
          <a:xfrm>
            <a:off x="3250513" y="2703108"/>
            <a:ext cx="350196" cy="265112"/>
          </a:xfrm>
          <a:prstGeom prst="rect">
            <a:avLst/>
          </a:prstGeom>
          <a:solidFill>
            <a:srgbClr val="FFE28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8D7AB24-403C-BF9C-6E2F-A180C9E7AB05}"/>
              </a:ext>
            </a:extLst>
          </p:cNvPr>
          <p:cNvSpPr/>
          <p:nvPr/>
        </p:nvSpPr>
        <p:spPr>
          <a:xfrm>
            <a:off x="3950905" y="2703108"/>
            <a:ext cx="350196" cy="265112"/>
          </a:xfrm>
          <a:prstGeom prst="rect">
            <a:avLst/>
          </a:prstGeom>
          <a:solidFill>
            <a:srgbClr val="FFE28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585F437-63C8-A497-E4C1-90A5C39945B7}"/>
              </a:ext>
            </a:extLst>
          </p:cNvPr>
          <p:cNvSpPr/>
          <p:nvPr/>
        </p:nvSpPr>
        <p:spPr>
          <a:xfrm>
            <a:off x="2900317" y="2703108"/>
            <a:ext cx="350196" cy="265112"/>
          </a:xfrm>
          <a:prstGeom prst="rect">
            <a:avLst/>
          </a:prstGeom>
          <a:solidFill>
            <a:srgbClr val="FFE28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F9DFAD1-4EC1-2FC8-6B1C-2AAA77FD125D}"/>
              </a:ext>
            </a:extLst>
          </p:cNvPr>
          <p:cNvSpPr/>
          <p:nvPr/>
        </p:nvSpPr>
        <p:spPr>
          <a:xfrm>
            <a:off x="3950905" y="2000915"/>
            <a:ext cx="350196" cy="1755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56ABD98-4EC6-646C-F4EE-D3357E8E3B28}"/>
              </a:ext>
            </a:extLst>
          </p:cNvPr>
          <p:cNvSpPr/>
          <p:nvPr/>
        </p:nvSpPr>
        <p:spPr>
          <a:xfrm>
            <a:off x="3600709" y="2000915"/>
            <a:ext cx="350196" cy="1755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08D1BC7-590C-7B7E-E03A-94BE63982415}"/>
              </a:ext>
            </a:extLst>
          </p:cNvPr>
          <p:cNvSpPr/>
          <p:nvPr/>
        </p:nvSpPr>
        <p:spPr>
          <a:xfrm>
            <a:off x="3250513" y="2000915"/>
            <a:ext cx="350196" cy="1755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CADD1A9-72D2-3ACF-3E57-4B7DEBDE39F5}"/>
              </a:ext>
            </a:extLst>
          </p:cNvPr>
          <p:cNvSpPr/>
          <p:nvPr/>
        </p:nvSpPr>
        <p:spPr>
          <a:xfrm>
            <a:off x="2900317" y="2000915"/>
            <a:ext cx="350196" cy="1755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DEB7CF7-E8EA-284F-976E-71C39B831BC0}"/>
              </a:ext>
            </a:extLst>
          </p:cNvPr>
          <p:cNvSpPr txBox="1"/>
          <p:nvPr/>
        </p:nvSpPr>
        <p:spPr>
          <a:xfrm>
            <a:off x="1283375" y="1620047"/>
            <a:ext cx="10019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000" b="1" dirty="0">
                <a:solidFill>
                  <a:srgbClr val="8AA8D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 </a:t>
            </a:r>
            <a:r>
              <a:rPr lang="en-US" altLang="zh-TW" sz="2000" b="1" dirty="0">
                <a:solidFill>
                  <a:srgbClr val="8AA8D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endParaRPr lang="en-GB" sz="2000" b="1" dirty="0">
              <a:solidFill>
                <a:srgbClr val="8AA8DA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78A22E7-66C8-B1F7-7A89-33D3675E59FE}"/>
              </a:ext>
            </a:extLst>
          </p:cNvPr>
          <p:cNvSpPr txBox="1"/>
          <p:nvPr/>
        </p:nvSpPr>
        <p:spPr>
          <a:xfrm>
            <a:off x="3099725" y="1620047"/>
            <a:ext cx="10019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000" b="1" dirty="0">
                <a:solidFill>
                  <a:srgbClr val="FF8F8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 </a:t>
            </a:r>
            <a:r>
              <a:rPr lang="en-US" altLang="zh-TW" sz="2000" b="1" dirty="0">
                <a:solidFill>
                  <a:srgbClr val="FF8F8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endParaRPr lang="en-GB" sz="2000" b="1" dirty="0">
              <a:solidFill>
                <a:srgbClr val="FF8F8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E0D1A23-3E92-A43F-E160-A21EF05DF8CB}"/>
              </a:ext>
            </a:extLst>
          </p:cNvPr>
          <p:cNvSpPr/>
          <p:nvPr/>
        </p:nvSpPr>
        <p:spPr>
          <a:xfrm>
            <a:off x="5395608" y="1714842"/>
            <a:ext cx="350196" cy="26511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3722EDE-55B1-68C1-902B-2D2A370F7EF9}"/>
              </a:ext>
            </a:extLst>
          </p:cNvPr>
          <p:cNvSpPr/>
          <p:nvPr/>
        </p:nvSpPr>
        <p:spPr>
          <a:xfrm>
            <a:off x="5745804" y="1714842"/>
            <a:ext cx="350196" cy="265112"/>
          </a:xfrm>
          <a:prstGeom prst="rect">
            <a:avLst/>
          </a:prstGeom>
          <a:solidFill>
            <a:srgbClr val="FFF2CC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F186EE5-E048-0F62-492E-C5B94D90C76A}"/>
              </a:ext>
            </a:extLst>
          </p:cNvPr>
          <p:cNvSpPr/>
          <p:nvPr/>
        </p:nvSpPr>
        <p:spPr>
          <a:xfrm>
            <a:off x="6446196" y="1539295"/>
            <a:ext cx="350196" cy="1755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74038D3-9792-09C8-D05E-1A90203DD35E}"/>
              </a:ext>
            </a:extLst>
          </p:cNvPr>
          <p:cNvSpPr/>
          <p:nvPr/>
        </p:nvSpPr>
        <p:spPr>
          <a:xfrm>
            <a:off x="6096000" y="1539295"/>
            <a:ext cx="350196" cy="1755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B7AB0E1-F025-F5B1-9C7B-61AD84344B90}"/>
              </a:ext>
            </a:extLst>
          </p:cNvPr>
          <p:cNvSpPr/>
          <p:nvPr/>
        </p:nvSpPr>
        <p:spPr>
          <a:xfrm>
            <a:off x="5745804" y="1539295"/>
            <a:ext cx="350196" cy="1755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62197D12-930B-75AD-6A6D-5557C41667F3}"/>
              </a:ext>
            </a:extLst>
          </p:cNvPr>
          <p:cNvSpPr/>
          <p:nvPr/>
        </p:nvSpPr>
        <p:spPr>
          <a:xfrm>
            <a:off x="5395608" y="1539295"/>
            <a:ext cx="350196" cy="1755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BB41E37-DA72-FD89-8615-AAD54833E149}"/>
              </a:ext>
            </a:extLst>
          </p:cNvPr>
          <p:cNvSpPr/>
          <p:nvPr/>
        </p:nvSpPr>
        <p:spPr>
          <a:xfrm>
            <a:off x="6096000" y="1714842"/>
            <a:ext cx="350196" cy="265112"/>
          </a:xfrm>
          <a:prstGeom prst="rect">
            <a:avLst/>
          </a:prstGeom>
          <a:solidFill>
            <a:srgbClr val="FFF2CC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A79B1E8-BCFC-C969-3087-B05F6B3526DB}"/>
              </a:ext>
            </a:extLst>
          </p:cNvPr>
          <p:cNvSpPr/>
          <p:nvPr/>
        </p:nvSpPr>
        <p:spPr>
          <a:xfrm>
            <a:off x="6446196" y="1714842"/>
            <a:ext cx="350196" cy="265112"/>
          </a:xfrm>
          <a:prstGeom prst="rect">
            <a:avLst/>
          </a:prstGeom>
          <a:solidFill>
            <a:srgbClr val="FFF2CC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3CCF77A-FAFE-AEA0-33BF-FD9063BD9207}"/>
              </a:ext>
            </a:extLst>
          </p:cNvPr>
          <p:cNvSpPr/>
          <p:nvPr/>
        </p:nvSpPr>
        <p:spPr>
          <a:xfrm>
            <a:off x="5395608" y="1979954"/>
            <a:ext cx="350196" cy="26511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83D709C6-8531-AA89-B188-9AA159387F98}"/>
              </a:ext>
            </a:extLst>
          </p:cNvPr>
          <p:cNvSpPr/>
          <p:nvPr/>
        </p:nvSpPr>
        <p:spPr>
          <a:xfrm>
            <a:off x="5745804" y="1979954"/>
            <a:ext cx="350196" cy="265112"/>
          </a:xfrm>
          <a:prstGeom prst="rect">
            <a:avLst/>
          </a:prstGeom>
          <a:solidFill>
            <a:srgbClr val="B4C7E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0571E50-2AE3-2871-8E0A-4D5C824F144B}"/>
              </a:ext>
            </a:extLst>
          </p:cNvPr>
          <p:cNvSpPr/>
          <p:nvPr/>
        </p:nvSpPr>
        <p:spPr>
          <a:xfrm>
            <a:off x="6096000" y="1983764"/>
            <a:ext cx="350196" cy="265112"/>
          </a:xfrm>
          <a:prstGeom prst="rect">
            <a:avLst/>
          </a:prstGeom>
          <a:solidFill>
            <a:srgbClr val="B4C7E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6DDA701-43D2-2A80-A6CD-BE979CFEC082}"/>
              </a:ext>
            </a:extLst>
          </p:cNvPr>
          <p:cNvSpPr/>
          <p:nvPr/>
        </p:nvSpPr>
        <p:spPr>
          <a:xfrm>
            <a:off x="6446196" y="1979954"/>
            <a:ext cx="350196" cy="265112"/>
          </a:xfrm>
          <a:prstGeom prst="rect">
            <a:avLst/>
          </a:prstGeom>
          <a:solidFill>
            <a:srgbClr val="B4C7E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287EA750-2D30-1C85-9A24-483AC95F86B3}"/>
              </a:ext>
            </a:extLst>
          </p:cNvPr>
          <p:cNvSpPr/>
          <p:nvPr/>
        </p:nvSpPr>
        <p:spPr>
          <a:xfrm>
            <a:off x="5395608" y="2241489"/>
            <a:ext cx="350196" cy="265112"/>
          </a:xfrm>
          <a:prstGeom prst="rect">
            <a:avLst/>
          </a:prstGeom>
          <a:solidFill>
            <a:srgbClr val="E6D5F3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24C67381-0E3A-5EC7-9650-551A0664C7CC}"/>
              </a:ext>
            </a:extLst>
          </p:cNvPr>
          <p:cNvSpPr/>
          <p:nvPr/>
        </p:nvSpPr>
        <p:spPr>
          <a:xfrm>
            <a:off x="5745804" y="2241489"/>
            <a:ext cx="350196" cy="265112"/>
          </a:xfrm>
          <a:prstGeom prst="rect">
            <a:avLst/>
          </a:prstGeom>
          <a:solidFill>
            <a:srgbClr val="E6D5F3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CE70E198-3354-ACB1-BA61-2265D9341092}"/>
              </a:ext>
            </a:extLst>
          </p:cNvPr>
          <p:cNvSpPr/>
          <p:nvPr/>
        </p:nvSpPr>
        <p:spPr>
          <a:xfrm>
            <a:off x="6096000" y="2241489"/>
            <a:ext cx="350196" cy="265112"/>
          </a:xfrm>
          <a:prstGeom prst="rect">
            <a:avLst/>
          </a:prstGeom>
          <a:solidFill>
            <a:srgbClr val="E6D5F3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BF57346-B260-E11F-2678-32CEB7584719}"/>
              </a:ext>
            </a:extLst>
          </p:cNvPr>
          <p:cNvSpPr/>
          <p:nvPr/>
        </p:nvSpPr>
        <p:spPr>
          <a:xfrm>
            <a:off x="6446196" y="2241489"/>
            <a:ext cx="350196" cy="265112"/>
          </a:xfrm>
          <a:prstGeom prst="rect">
            <a:avLst/>
          </a:prstGeom>
          <a:solidFill>
            <a:srgbClr val="E6D5F3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BCC0A6CD-AF55-8DFE-4CAE-3DBF6A3DCF79}"/>
              </a:ext>
            </a:extLst>
          </p:cNvPr>
          <p:cNvSpPr/>
          <p:nvPr/>
        </p:nvSpPr>
        <p:spPr>
          <a:xfrm>
            <a:off x="1083967" y="3624666"/>
            <a:ext cx="2190134" cy="2190134"/>
          </a:xfrm>
          <a:prstGeom prst="ellipse">
            <a:avLst/>
          </a:prstGeom>
          <a:solidFill>
            <a:srgbClr val="74A9DA">
              <a:alpha val="62745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1AB03A4C-6439-0BA6-97EC-0B43967AEAC8}"/>
              </a:ext>
            </a:extLst>
          </p:cNvPr>
          <p:cNvSpPr/>
          <p:nvPr/>
        </p:nvSpPr>
        <p:spPr>
          <a:xfrm>
            <a:off x="2126231" y="3624666"/>
            <a:ext cx="2190134" cy="2190134"/>
          </a:xfrm>
          <a:prstGeom prst="ellipse">
            <a:avLst/>
          </a:prstGeom>
          <a:solidFill>
            <a:srgbClr val="FF6969">
              <a:alpha val="4666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606487A7-D94F-D76B-D7B4-FCC4361135B7}"/>
              </a:ext>
            </a:extLst>
          </p:cNvPr>
          <p:cNvSpPr/>
          <p:nvPr/>
        </p:nvSpPr>
        <p:spPr>
          <a:xfrm>
            <a:off x="8472206" y="1539295"/>
            <a:ext cx="350196" cy="1755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BE7429F2-0A63-4CF1-809B-5740D6B0E777}"/>
              </a:ext>
            </a:extLst>
          </p:cNvPr>
          <p:cNvSpPr/>
          <p:nvPr/>
        </p:nvSpPr>
        <p:spPr>
          <a:xfrm>
            <a:off x="8122010" y="1539295"/>
            <a:ext cx="350196" cy="1755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D271DE7-DD26-DCD8-40F3-39A5AB391E22}"/>
              </a:ext>
            </a:extLst>
          </p:cNvPr>
          <p:cNvSpPr/>
          <p:nvPr/>
        </p:nvSpPr>
        <p:spPr>
          <a:xfrm>
            <a:off x="7771814" y="1539295"/>
            <a:ext cx="350196" cy="1755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640D72E5-C9C2-55FD-5C41-B9653B5C2332}"/>
              </a:ext>
            </a:extLst>
          </p:cNvPr>
          <p:cNvSpPr/>
          <p:nvPr/>
        </p:nvSpPr>
        <p:spPr>
          <a:xfrm>
            <a:off x="7421618" y="1539295"/>
            <a:ext cx="350196" cy="1755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214E3D18-8892-55AE-8A34-C5DF9012503C}"/>
              </a:ext>
            </a:extLst>
          </p:cNvPr>
          <p:cNvSpPr/>
          <p:nvPr/>
        </p:nvSpPr>
        <p:spPr>
          <a:xfrm>
            <a:off x="7421618" y="1714842"/>
            <a:ext cx="350196" cy="26511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53DC9B3D-1542-267C-EC57-2C0816C45FC1}"/>
              </a:ext>
            </a:extLst>
          </p:cNvPr>
          <p:cNvSpPr/>
          <p:nvPr/>
        </p:nvSpPr>
        <p:spPr>
          <a:xfrm>
            <a:off x="7771814" y="1714842"/>
            <a:ext cx="350196" cy="265112"/>
          </a:xfrm>
          <a:prstGeom prst="rect">
            <a:avLst/>
          </a:prstGeom>
          <a:solidFill>
            <a:srgbClr val="F8CBAD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5C7E177A-A8AF-7EC7-85FC-CF2E87CC7142}"/>
              </a:ext>
            </a:extLst>
          </p:cNvPr>
          <p:cNvSpPr/>
          <p:nvPr/>
        </p:nvSpPr>
        <p:spPr>
          <a:xfrm>
            <a:off x="8122010" y="1714842"/>
            <a:ext cx="350196" cy="265112"/>
          </a:xfrm>
          <a:prstGeom prst="rect">
            <a:avLst/>
          </a:prstGeom>
          <a:solidFill>
            <a:srgbClr val="F8CBAD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383ADE09-631E-CBF2-71DC-D81BB1171817}"/>
              </a:ext>
            </a:extLst>
          </p:cNvPr>
          <p:cNvSpPr/>
          <p:nvPr/>
        </p:nvSpPr>
        <p:spPr>
          <a:xfrm>
            <a:off x="8472206" y="1714842"/>
            <a:ext cx="350196" cy="265112"/>
          </a:xfrm>
          <a:prstGeom prst="rect">
            <a:avLst/>
          </a:prstGeom>
          <a:solidFill>
            <a:srgbClr val="F8CBAD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CECEE413-D69F-AC15-4C1E-1A034376B13A}"/>
              </a:ext>
            </a:extLst>
          </p:cNvPr>
          <p:cNvSpPr/>
          <p:nvPr/>
        </p:nvSpPr>
        <p:spPr>
          <a:xfrm>
            <a:off x="7421618" y="1979954"/>
            <a:ext cx="350196" cy="26511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C08426EC-965A-0473-D418-69FA57829D8B}"/>
              </a:ext>
            </a:extLst>
          </p:cNvPr>
          <p:cNvSpPr/>
          <p:nvPr/>
        </p:nvSpPr>
        <p:spPr>
          <a:xfrm>
            <a:off x="7771814" y="1979954"/>
            <a:ext cx="350196" cy="265112"/>
          </a:xfrm>
          <a:prstGeom prst="rect">
            <a:avLst/>
          </a:prstGeom>
          <a:solidFill>
            <a:srgbClr val="FFF2CC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EDC98489-D9EB-DBA9-8412-EE260B514E6E}"/>
              </a:ext>
            </a:extLst>
          </p:cNvPr>
          <p:cNvSpPr/>
          <p:nvPr/>
        </p:nvSpPr>
        <p:spPr>
          <a:xfrm>
            <a:off x="8122010" y="2245299"/>
            <a:ext cx="350196" cy="265112"/>
          </a:xfrm>
          <a:prstGeom prst="rect">
            <a:avLst/>
          </a:prstGeom>
          <a:solidFill>
            <a:srgbClr val="E2F0D9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8EAA5CD8-0B12-302F-94D5-552AA12F945A}"/>
              </a:ext>
            </a:extLst>
          </p:cNvPr>
          <p:cNvSpPr/>
          <p:nvPr/>
        </p:nvSpPr>
        <p:spPr>
          <a:xfrm>
            <a:off x="8122010" y="1979954"/>
            <a:ext cx="350196" cy="265112"/>
          </a:xfrm>
          <a:prstGeom prst="rect">
            <a:avLst/>
          </a:prstGeom>
          <a:solidFill>
            <a:srgbClr val="FFF2CC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562A3C5C-2BE4-E5EA-3766-FEC01A1FDBDB}"/>
              </a:ext>
            </a:extLst>
          </p:cNvPr>
          <p:cNvSpPr/>
          <p:nvPr/>
        </p:nvSpPr>
        <p:spPr>
          <a:xfrm>
            <a:off x="8472206" y="1979954"/>
            <a:ext cx="350196" cy="265112"/>
          </a:xfrm>
          <a:prstGeom prst="rect">
            <a:avLst/>
          </a:prstGeom>
          <a:solidFill>
            <a:srgbClr val="FFF2CC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25D8DCC1-BC3B-22FA-1405-88003C379EAA}"/>
              </a:ext>
            </a:extLst>
          </p:cNvPr>
          <p:cNvSpPr/>
          <p:nvPr/>
        </p:nvSpPr>
        <p:spPr>
          <a:xfrm>
            <a:off x="7421618" y="2506601"/>
            <a:ext cx="350196" cy="26511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8BA6A9DE-4CF1-3501-F526-F9261848BBED}"/>
              </a:ext>
            </a:extLst>
          </p:cNvPr>
          <p:cNvSpPr/>
          <p:nvPr/>
        </p:nvSpPr>
        <p:spPr>
          <a:xfrm>
            <a:off x="7771814" y="2506601"/>
            <a:ext cx="350196" cy="265112"/>
          </a:xfrm>
          <a:prstGeom prst="rect">
            <a:avLst/>
          </a:prstGeom>
          <a:solidFill>
            <a:srgbClr val="B4C7E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6F9C3C17-598A-004A-828B-7FC4240AD279}"/>
              </a:ext>
            </a:extLst>
          </p:cNvPr>
          <p:cNvSpPr/>
          <p:nvPr/>
        </p:nvSpPr>
        <p:spPr>
          <a:xfrm>
            <a:off x="8122010" y="2510411"/>
            <a:ext cx="350196" cy="265112"/>
          </a:xfrm>
          <a:prstGeom prst="rect">
            <a:avLst/>
          </a:prstGeom>
          <a:solidFill>
            <a:srgbClr val="B4C7E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9AB2F51C-D564-B954-B32B-4DBE1B7D2B9E}"/>
              </a:ext>
            </a:extLst>
          </p:cNvPr>
          <p:cNvSpPr/>
          <p:nvPr/>
        </p:nvSpPr>
        <p:spPr>
          <a:xfrm>
            <a:off x="8472206" y="2506601"/>
            <a:ext cx="350196" cy="265112"/>
          </a:xfrm>
          <a:prstGeom prst="rect">
            <a:avLst/>
          </a:prstGeom>
          <a:solidFill>
            <a:srgbClr val="B4C7E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D6164299-1D31-8BE6-1757-C1A0DF5AA75B}"/>
              </a:ext>
            </a:extLst>
          </p:cNvPr>
          <p:cNvSpPr/>
          <p:nvPr/>
        </p:nvSpPr>
        <p:spPr>
          <a:xfrm>
            <a:off x="7421618" y="2768136"/>
            <a:ext cx="350196" cy="265112"/>
          </a:xfrm>
          <a:prstGeom prst="rect">
            <a:avLst/>
          </a:prstGeom>
          <a:solidFill>
            <a:srgbClr val="E6D5F3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54F40C51-D830-6696-EAD4-4BDFFFA5322C}"/>
              </a:ext>
            </a:extLst>
          </p:cNvPr>
          <p:cNvSpPr/>
          <p:nvPr/>
        </p:nvSpPr>
        <p:spPr>
          <a:xfrm>
            <a:off x="7771814" y="2768136"/>
            <a:ext cx="350196" cy="265112"/>
          </a:xfrm>
          <a:prstGeom prst="rect">
            <a:avLst/>
          </a:prstGeom>
          <a:solidFill>
            <a:srgbClr val="E6D5F3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A744C9B2-E428-F89E-EF45-44D564DDDB0B}"/>
              </a:ext>
            </a:extLst>
          </p:cNvPr>
          <p:cNvSpPr/>
          <p:nvPr/>
        </p:nvSpPr>
        <p:spPr>
          <a:xfrm>
            <a:off x="8122010" y="2768136"/>
            <a:ext cx="350196" cy="265112"/>
          </a:xfrm>
          <a:prstGeom prst="rect">
            <a:avLst/>
          </a:prstGeom>
          <a:solidFill>
            <a:srgbClr val="E6D5F3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BB5B0151-0786-FFA8-0EEA-54948435F3E7}"/>
              </a:ext>
            </a:extLst>
          </p:cNvPr>
          <p:cNvSpPr/>
          <p:nvPr/>
        </p:nvSpPr>
        <p:spPr>
          <a:xfrm>
            <a:off x="8472206" y="2768136"/>
            <a:ext cx="350196" cy="265112"/>
          </a:xfrm>
          <a:prstGeom prst="rect">
            <a:avLst/>
          </a:prstGeom>
          <a:solidFill>
            <a:srgbClr val="E6D5F3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2599E3AD-39A8-6C52-CFC8-4BE72CE05CCA}"/>
              </a:ext>
            </a:extLst>
          </p:cNvPr>
          <p:cNvSpPr/>
          <p:nvPr/>
        </p:nvSpPr>
        <p:spPr>
          <a:xfrm>
            <a:off x="7771814" y="2245066"/>
            <a:ext cx="350196" cy="265112"/>
          </a:xfrm>
          <a:prstGeom prst="rect">
            <a:avLst/>
          </a:prstGeom>
          <a:solidFill>
            <a:srgbClr val="E2F0D9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3A5081B3-67D2-738C-5F20-2451B494AD35}"/>
              </a:ext>
            </a:extLst>
          </p:cNvPr>
          <p:cNvSpPr/>
          <p:nvPr/>
        </p:nvSpPr>
        <p:spPr>
          <a:xfrm>
            <a:off x="8472206" y="2245066"/>
            <a:ext cx="350196" cy="265112"/>
          </a:xfrm>
          <a:prstGeom prst="rect">
            <a:avLst/>
          </a:prstGeom>
          <a:solidFill>
            <a:srgbClr val="E2F0D9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2DE374D5-1704-3650-5962-D0E18DCBF037}"/>
              </a:ext>
            </a:extLst>
          </p:cNvPr>
          <p:cNvSpPr/>
          <p:nvPr/>
        </p:nvSpPr>
        <p:spPr>
          <a:xfrm>
            <a:off x="7421618" y="2245066"/>
            <a:ext cx="350196" cy="2651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0AD6FCA0-3D52-AA67-6E68-506A6507C78B}"/>
              </a:ext>
            </a:extLst>
          </p:cNvPr>
          <p:cNvSpPr/>
          <p:nvPr/>
        </p:nvSpPr>
        <p:spPr>
          <a:xfrm>
            <a:off x="7421618" y="3030992"/>
            <a:ext cx="350196" cy="265112"/>
          </a:xfrm>
          <a:prstGeom prst="rect">
            <a:avLst/>
          </a:prstGeom>
          <a:solidFill>
            <a:srgbClr val="BDEEFF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1D339ACC-85D1-945E-2055-A7EB3EDE6A55}"/>
              </a:ext>
            </a:extLst>
          </p:cNvPr>
          <p:cNvSpPr/>
          <p:nvPr/>
        </p:nvSpPr>
        <p:spPr>
          <a:xfrm>
            <a:off x="7771814" y="3030992"/>
            <a:ext cx="350196" cy="265112"/>
          </a:xfrm>
          <a:prstGeom prst="rect">
            <a:avLst/>
          </a:prstGeom>
          <a:solidFill>
            <a:srgbClr val="BDEEFF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E46E1180-DFB3-BC08-C344-B9ADFAB0C7EC}"/>
              </a:ext>
            </a:extLst>
          </p:cNvPr>
          <p:cNvSpPr/>
          <p:nvPr/>
        </p:nvSpPr>
        <p:spPr>
          <a:xfrm>
            <a:off x="8122010" y="3030992"/>
            <a:ext cx="350196" cy="265112"/>
          </a:xfrm>
          <a:prstGeom prst="rect">
            <a:avLst/>
          </a:prstGeom>
          <a:solidFill>
            <a:srgbClr val="BDEEFF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2964F03C-B179-654F-FDE6-4023A426D0C0}"/>
              </a:ext>
            </a:extLst>
          </p:cNvPr>
          <p:cNvSpPr/>
          <p:nvPr/>
        </p:nvSpPr>
        <p:spPr>
          <a:xfrm>
            <a:off x="8472206" y="3030992"/>
            <a:ext cx="350196" cy="265112"/>
          </a:xfrm>
          <a:prstGeom prst="rect">
            <a:avLst/>
          </a:prstGeom>
          <a:solidFill>
            <a:srgbClr val="BDEEFF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E44D83FC-5C4B-C2B6-C24E-84BF9B6A9848}"/>
              </a:ext>
            </a:extLst>
          </p:cNvPr>
          <p:cNvSpPr/>
          <p:nvPr/>
        </p:nvSpPr>
        <p:spPr>
          <a:xfrm>
            <a:off x="8122010" y="3302200"/>
            <a:ext cx="350196" cy="265112"/>
          </a:xfrm>
          <a:prstGeom prst="rect">
            <a:avLst/>
          </a:prstGeom>
          <a:solidFill>
            <a:srgbClr val="FFE28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19381FEF-F064-AF84-FE7C-BBBE5933D4CF}"/>
              </a:ext>
            </a:extLst>
          </p:cNvPr>
          <p:cNvSpPr/>
          <p:nvPr/>
        </p:nvSpPr>
        <p:spPr>
          <a:xfrm>
            <a:off x="7771814" y="3302200"/>
            <a:ext cx="350196" cy="265112"/>
          </a:xfrm>
          <a:prstGeom prst="rect">
            <a:avLst/>
          </a:prstGeom>
          <a:solidFill>
            <a:srgbClr val="FFE28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4B2A2B8E-3538-4022-03DD-F0A4ACC612C5}"/>
              </a:ext>
            </a:extLst>
          </p:cNvPr>
          <p:cNvSpPr/>
          <p:nvPr/>
        </p:nvSpPr>
        <p:spPr>
          <a:xfrm>
            <a:off x="8472206" y="3302200"/>
            <a:ext cx="350196" cy="265112"/>
          </a:xfrm>
          <a:prstGeom prst="rect">
            <a:avLst/>
          </a:prstGeom>
          <a:solidFill>
            <a:srgbClr val="FFE28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19ABF32A-C4A2-36FF-BE6B-83DE22C7E35A}"/>
              </a:ext>
            </a:extLst>
          </p:cNvPr>
          <p:cNvSpPr/>
          <p:nvPr/>
        </p:nvSpPr>
        <p:spPr>
          <a:xfrm>
            <a:off x="7421618" y="3302200"/>
            <a:ext cx="350196" cy="265112"/>
          </a:xfrm>
          <a:prstGeom prst="rect">
            <a:avLst/>
          </a:prstGeom>
          <a:solidFill>
            <a:srgbClr val="FFE28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8EC561A4-E816-717C-8939-44EF9440FDE2}"/>
              </a:ext>
            </a:extLst>
          </p:cNvPr>
          <p:cNvSpPr/>
          <p:nvPr/>
        </p:nvSpPr>
        <p:spPr>
          <a:xfrm>
            <a:off x="5390813" y="4887854"/>
            <a:ext cx="350196" cy="26511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3A85096F-7186-C566-C5B6-07872D4F7EC1}"/>
              </a:ext>
            </a:extLst>
          </p:cNvPr>
          <p:cNvSpPr/>
          <p:nvPr/>
        </p:nvSpPr>
        <p:spPr>
          <a:xfrm>
            <a:off x="5741009" y="4887854"/>
            <a:ext cx="350196" cy="265112"/>
          </a:xfrm>
          <a:prstGeom prst="rect">
            <a:avLst/>
          </a:prstGeom>
          <a:solidFill>
            <a:srgbClr val="F8CBAD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F7E46139-F3C9-F03C-8866-BF576513ADEB}"/>
              </a:ext>
            </a:extLst>
          </p:cNvPr>
          <p:cNvSpPr/>
          <p:nvPr/>
        </p:nvSpPr>
        <p:spPr>
          <a:xfrm>
            <a:off x="6091205" y="4887854"/>
            <a:ext cx="350196" cy="265112"/>
          </a:xfrm>
          <a:prstGeom prst="rect">
            <a:avLst/>
          </a:prstGeom>
          <a:solidFill>
            <a:srgbClr val="F8CBAD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7F71012B-529E-287D-A79A-2B9464C97250}"/>
              </a:ext>
            </a:extLst>
          </p:cNvPr>
          <p:cNvSpPr/>
          <p:nvPr/>
        </p:nvSpPr>
        <p:spPr>
          <a:xfrm>
            <a:off x="6441401" y="4887854"/>
            <a:ext cx="350196" cy="265112"/>
          </a:xfrm>
          <a:prstGeom prst="rect">
            <a:avLst/>
          </a:prstGeom>
          <a:solidFill>
            <a:srgbClr val="F8CBAD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E7B6AC70-268F-E00C-19D0-0762A0D97C4E}"/>
              </a:ext>
            </a:extLst>
          </p:cNvPr>
          <p:cNvSpPr/>
          <p:nvPr/>
        </p:nvSpPr>
        <p:spPr>
          <a:xfrm>
            <a:off x="6091205" y="5153199"/>
            <a:ext cx="350196" cy="265112"/>
          </a:xfrm>
          <a:prstGeom prst="rect">
            <a:avLst/>
          </a:prstGeom>
          <a:solidFill>
            <a:srgbClr val="E2F0D9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A614A293-58EC-F222-1143-BBC5AF0C437A}"/>
              </a:ext>
            </a:extLst>
          </p:cNvPr>
          <p:cNvSpPr/>
          <p:nvPr/>
        </p:nvSpPr>
        <p:spPr>
          <a:xfrm>
            <a:off x="6441401" y="4712305"/>
            <a:ext cx="350196" cy="1755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99064F89-3389-F4D3-BEA5-94C4300ECB94}"/>
              </a:ext>
            </a:extLst>
          </p:cNvPr>
          <p:cNvSpPr/>
          <p:nvPr/>
        </p:nvSpPr>
        <p:spPr>
          <a:xfrm>
            <a:off x="6091205" y="4712305"/>
            <a:ext cx="350196" cy="1755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A35704AE-24D6-67CB-D0E0-49A7CE02343A}"/>
              </a:ext>
            </a:extLst>
          </p:cNvPr>
          <p:cNvSpPr/>
          <p:nvPr/>
        </p:nvSpPr>
        <p:spPr>
          <a:xfrm>
            <a:off x="5741009" y="4712305"/>
            <a:ext cx="350196" cy="1755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D6F5DCA6-3B5B-1E4B-2718-456576639418}"/>
              </a:ext>
            </a:extLst>
          </p:cNvPr>
          <p:cNvSpPr/>
          <p:nvPr/>
        </p:nvSpPr>
        <p:spPr>
          <a:xfrm>
            <a:off x="5390813" y="4712305"/>
            <a:ext cx="350196" cy="1755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EFC2AD4B-D056-08F6-8E0A-B7F1B26B637F}"/>
              </a:ext>
            </a:extLst>
          </p:cNvPr>
          <p:cNvSpPr/>
          <p:nvPr/>
        </p:nvSpPr>
        <p:spPr>
          <a:xfrm>
            <a:off x="5741009" y="5152966"/>
            <a:ext cx="350196" cy="265112"/>
          </a:xfrm>
          <a:prstGeom prst="rect">
            <a:avLst/>
          </a:prstGeom>
          <a:solidFill>
            <a:srgbClr val="E2F0D9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9093E8E1-FC56-C8E8-6D13-0CA180168E9C}"/>
              </a:ext>
            </a:extLst>
          </p:cNvPr>
          <p:cNvSpPr/>
          <p:nvPr/>
        </p:nvSpPr>
        <p:spPr>
          <a:xfrm>
            <a:off x="6441401" y="5152966"/>
            <a:ext cx="350196" cy="265112"/>
          </a:xfrm>
          <a:prstGeom prst="rect">
            <a:avLst/>
          </a:prstGeom>
          <a:solidFill>
            <a:srgbClr val="E2F0D9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69A1E921-BD3F-15D9-C659-AA192DD99323}"/>
              </a:ext>
            </a:extLst>
          </p:cNvPr>
          <p:cNvSpPr/>
          <p:nvPr/>
        </p:nvSpPr>
        <p:spPr>
          <a:xfrm>
            <a:off x="5390813" y="5152966"/>
            <a:ext cx="350196" cy="2651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E46F5921-8753-F558-563D-48A7481C4881}"/>
              </a:ext>
            </a:extLst>
          </p:cNvPr>
          <p:cNvSpPr/>
          <p:nvPr/>
        </p:nvSpPr>
        <p:spPr>
          <a:xfrm>
            <a:off x="8472206" y="4712305"/>
            <a:ext cx="350196" cy="1755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8B441987-29B1-F92F-E623-180D679280AF}"/>
              </a:ext>
            </a:extLst>
          </p:cNvPr>
          <p:cNvSpPr/>
          <p:nvPr/>
        </p:nvSpPr>
        <p:spPr>
          <a:xfrm>
            <a:off x="8122010" y="4712305"/>
            <a:ext cx="350196" cy="1755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B8A4EEFF-1650-0354-C647-48F350002DE9}"/>
              </a:ext>
            </a:extLst>
          </p:cNvPr>
          <p:cNvSpPr/>
          <p:nvPr/>
        </p:nvSpPr>
        <p:spPr>
          <a:xfrm>
            <a:off x="7771814" y="4712305"/>
            <a:ext cx="350196" cy="1755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6122515F-C67C-1739-DF6D-A59FD4D30C4C}"/>
              </a:ext>
            </a:extLst>
          </p:cNvPr>
          <p:cNvSpPr/>
          <p:nvPr/>
        </p:nvSpPr>
        <p:spPr>
          <a:xfrm>
            <a:off x="7421618" y="4712305"/>
            <a:ext cx="350196" cy="1755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66F133DF-BD30-5A60-77E8-166703D4E1C8}"/>
              </a:ext>
            </a:extLst>
          </p:cNvPr>
          <p:cNvSpPr/>
          <p:nvPr/>
        </p:nvSpPr>
        <p:spPr>
          <a:xfrm>
            <a:off x="7421618" y="4875096"/>
            <a:ext cx="350196" cy="265112"/>
          </a:xfrm>
          <a:prstGeom prst="rect">
            <a:avLst/>
          </a:prstGeom>
          <a:solidFill>
            <a:srgbClr val="BDEEFF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6ABB4BE9-5390-4084-9A79-6EDCEFFFAC4F}"/>
              </a:ext>
            </a:extLst>
          </p:cNvPr>
          <p:cNvSpPr/>
          <p:nvPr/>
        </p:nvSpPr>
        <p:spPr>
          <a:xfrm>
            <a:off x="7771814" y="4875096"/>
            <a:ext cx="350196" cy="265112"/>
          </a:xfrm>
          <a:prstGeom prst="rect">
            <a:avLst/>
          </a:prstGeom>
          <a:solidFill>
            <a:srgbClr val="BDEEFF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40E51409-3EB5-D48B-8BF2-F998F67D4245}"/>
              </a:ext>
            </a:extLst>
          </p:cNvPr>
          <p:cNvSpPr/>
          <p:nvPr/>
        </p:nvSpPr>
        <p:spPr>
          <a:xfrm>
            <a:off x="8122010" y="4875096"/>
            <a:ext cx="350196" cy="265112"/>
          </a:xfrm>
          <a:prstGeom prst="rect">
            <a:avLst/>
          </a:prstGeom>
          <a:solidFill>
            <a:srgbClr val="BDEEFF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9EBD1A3B-F46F-369A-E4BF-21F56989B5D3}"/>
              </a:ext>
            </a:extLst>
          </p:cNvPr>
          <p:cNvSpPr/>
          <p:nvPr/>
        </p:nvSpPr>
        <p:spPr>
          <a:xfrm>
            <a:off x="8472206" y="4875096"/>
            <a:ext cx="350196" cy="265112"/>
          </a:xfrm>
          <a:prstGeom prst="rect">
            <a:avLst/>
          </a:prstGeom>
          <a:solidFill>
            <a:srgbClr val="BDEEFF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A73861E2-5BEF-6D6A-8BAE-4F69EC1D61D8}"/>
              </a:ext>
            </a:extLst>
          </p:cNvPr>
          <p:cNvSpPr/>
          <p:nvPr/>
        </p:nvSpPr>
        <p:spPr>
          <a:xfrm>
            <a:off x="8122010" y="5146304"/>
            <a:ext cx="350196" cy="265112"/>
          </a:xfrm>
          <a:prstGeom prst="rect">
            <a:avLst/>
          </a:prstGeom>
          <a:solidFill>
            <a:srgbClr val="FFE28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A9B7D1DC-63C2-AD69-1041-65FBDCAADED5}"/>
              </a:ext>
            </a:extLst>
          </p:cNvPr>
          <p:cNvSpPr/>
          <p:nvPr/>
        </p:nvSpPr>
        <p:spPr>
          <a:xfrm>
            <a:off x="7771814" y="5146304"/>
            <a:ext cx="350196" cy="265112"/>
          </a:xfrm>
          <a:prstGeom prst="rect">
            <a:avLst/>
          </a:prstGeom>
          <a:solidFill>
            <a:srgbClr val="FFE28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B5AEF8D8-B74E-6353-5B46-87E489091476}"/>
              </a:ext>
            </a:extLst>
          </p:cNvPr>
          <p:cNvSpPr/>
          <p:nvPr/>
        </p:nvSpPr>
        <p:spPr>
          <a:xfrm>
            <a:off x="8472206" y="5146304"/>
            <a:ext cx="350196" cy="265112"/>
          </a:xfrm>
          <a:prstGeom prst="rect">
            <a:avLst/>
          </a:prstGeom>
          <a:solidFill>
            <a:srgbClr val="FFE28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A3DFBB3D-CC23-F649-7560-5612874E6BDC}"/>
              </a:ext>
            </a:extLst>
          </p:cNvPr>
          <p:cNvSpPr/>
          <p:nvPr/>
        </p:nvSpPr>
        <p:spPr>
          <a:xfrm>
            <a:off x="7421618" y="5146304"/>
            <a:ext cx="350196" cy="265112"/>
          </a:xfrm>
          <a:prstGeom prst="rect">
            <a:avLst/>
          </a:prstGeom>
          <a:solidFill>
            <a:srgbClr val="FFE28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1F4BD417-4339-0495-329D-4EC9EC411677}"/>
              </a:ext>
            </a:extLst>
          </p:cNvPr>
          <p:cNvSpPr/>
          <p:nvPr/>
        </p:nvSpPr>
        <p:spPr>
          <a:xfrm>
            <a:off x="9476283" y="4887854"/>
            <a:ext cx="350196" cy="26511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03312D18-E7C7-6F42-E6EF-A49506C0CF5E}"/>
              </a:ext>
            </a:extLst>
          </p:cNvPr>
          <p:cNvSpPr/>
          <p:nvPr/>
        </p:nvSpPr>
        <p:spPr>
          <a:xfrm>
            <a:off x="9826479" y="4887854"/>
            <a:ext cx="350196" cy="265112"/>
          </a:xfrm>
          <a:prstGeom prst="rect">
            <a:avLst/>
          </a:prstGeom>
          <a:solidFill>
            <a:srgbClr val="F8CBAD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C02FB845-3A6B-2AF6-8348-E3E5D8EAA2A3}"/>
              </a:ext>
            </a:extLst>
          </p:cNvPr>
          <p:cNvSpPr/>
          <p:nvPr/>
        </p:nvSpPr>
        <p:spPr>
          <a:xfrm>
            <a:off x="10176675" y="4887854"/>
            <a:ext cx="350196" cy="265112"/>
          </a:xfrm>
          <a:prstGeom prst="rect">
            <a:avLst/>
          </a:prstGeom>
          <a:solidFill>
            <a:srgbClr val="F8CBAD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68B9A755-37FF-6419-C5C1-0BEAE384D2ED}"/>
              </a:ext>
            </a:extLst>
          </p:cNvPr>
          <p:cNvSpPr/>
          <p:nvPr/>
        </p:nvSpPr>
        <p:spPr>
          <a:xfrm>
            <a:off x="10526871" y="4887854"/>
            <a:ext cx="350196" cy="265112"/>
          </a:xfrm>
          <a:prstGeom prst="rect">
            <a:avLst/>
          </a:prstGeom>
          <a:solidFill>
            <a:srgbClr val="F8CBAD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A44577E2-A38B-C33A-A08A-34E5704665FD}"/>
              </a:ext>
            </a:extLst>
          </p:cNvPr>
          <p:cNvSpPr/>
          <p:nvPr/>
        </p:nvSpPr>
        <p:spPr>
          <a:xfrm>
            <a:off x="10176675" y="5153199"/>
            <a:ext cx="350196" cy="265112"/>
          </a:xfrm>
          <a:prstGeom prst="rect">
            <a:avLst/>
          </a:prstGeom>
          <a:solidFill>
            <a:srgbClr val="E2F0D9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294D08FD-622C-B7F1-B4D0-BA00C2EB58C7}"/>
              </a:ext>
            </a:extLst>
          </p:cNvPr>
          <p:cNvSpPr/>
          <p:nvPr/>
        </p:nvSpPr>
        <p:spPr>
          <a:xfrm>
            <a:off x="10526871" y="4712305"/>
            <a:ext cx="350196" cy="1755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9F98BE0E-ED1A-F89E-9B2F-9A7ACECC11A3}"/>
              </a:ext>
            </a:extLst>
          </p:cNvPr>
          <p:cNvSpPr/>
          <p:nvPr/>
        </p:nvSpPr>
        <p:spPr>
          <a:xfrm>
            <a:off x="10176675" y="4712305"/>
            <a:ext cx="350196" cy="1755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197C3791-0C6C-0C69-2062-61E033BD0352}"/>
              </a:ext>
            </a:extLst>
          </p:cNvPr>
          <p:cNvSpPr/>
          <p:nvPr/>
        </p:nvSpPr>
        <p:spPr>
          <a:xfrm>
            <a:off x="9826479" y="4712305"/>
            <a:ext cx="350196" cy="1755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AD1C3E35-2279-82F6-9F29-004C6D2A92A4}"/>
              </a:ext>
            </a:extLst>
          </p:cNvPr>
          <p:cNvSpPr/>
          <p:nvPr/>
        </p:nvSpPr>
        <p:spPr>
          <a:xfrm>
            <a:off x="9476283" y="4712305"/>
            <a:ext cx="350196" cy="1755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FAF21D54-8FA2-B9ED-C799-BFF39C4112B1}"/>
              </a:ext>
            </a:extLst>
          </p:cNvPr>
          <p:cNvSpPr/>
          <p:nvPr/>
        </p:nvSpPr>
        <p:spPr>
          <a:xfrm>
            <a:off x="9826479" y="5152966"/>
            <a:ext cx="350196" cy="265112"/>
          </a:xfrm>
          <a:prstGeom prst="rect">
            <a:avLst/>
          </a:prstGeom>
          <a:solidFill>
            <a:srgbClr val="E2F0D9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3B86C80A-B303-0AED-B289-6F73A223F103}"/>
              </a:ext>
            </a:extLst>
          </p:cNvPr>
          <p:cNvSpPr/>
          <p:nvPr/>
        </p:nvSpPr>
        <p:spPr>
          <a:xfrm>
            <a:off x="10526871" y="5152966"/>
            <a:ext cx="350196" cy="265112"/>
          </a:xfrm>
          <a:prstGeom prst="rect">
            <a:avLst/>
          </a:prstGeom>
          <a:solidFill>
            <a:srgbClr val="E2F0D9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7197DB2A-B5D3-EC12-873C-6476E6552AFB}"/>
              </a:ext>
            </a:extLst>
          </p:cNvPr>
          <p:cNvSpPr/>
          <p:nvPr/>
        </p:nvSpPr>
        <p:spPr>
          <a:xfrm>
            <a:off x="9476283" y="5152966"/>
            <a:ext cx="350196" cy="2651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8EDFEC71-3849-958E-1BCA-3ED66F5534E7}"/>
              </a:ext>
            </a:extLst>
          </p:cNvPr>
          <p:cNvSpPr/>
          <p:nvPr/>
        </p:nvSpPr>
        <p:spPr>
          <a:xfrm>
            <a:off x="9476283" y="5411416"/>
            <a:ext cx="350196" cy="265112"/>
          </a:xfrm>
          <a:prstGeom prst="rect">
            <a:avLst/>
          </a:prstGeom>
          <a:solidFill>
            <a:srgbClr val="BDEEFF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B33437E9-F263-1085-E7CA-2F2030E5612D}"/>
              </a:ext>
            </a:extLst>
          </p:cNvPr>
          <p:cNvSpPr/>
          <p:nvPr/>
        </p:nvSpPr>
        <p:spPr>
          <a:xfrm>
            <a:off x="9826479" y="5411416"/>
            <a:ext cx="350196" cy="265112"/>
          </a:xfrm>
          <a:prstGeom prst="rect">
            <a:avLst/>
          </a:prstGeom>
          <a:solidFill>
            <a:srgbClr val="BDEEFF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1A580321-905B-EB3E-23CF-8AE31CD1F0F3}"/>
              </a:ext>
            </a:extLst>
          </p:cNvPr>
          <p:cNvSpPr/>
          <p:nvPr/>
        </p:nvSpPr>
        <p:spPr>
          <a:xfrm>
            <a:off x="10176675" y="5411416"/>
            <a:ext cx="350196" cy="265112"/>
          </a:xfrm>
          <a:prstGeom prst="rect">
            <a:avLst/>
          </a:prstGeom>
          <a:solidFill>
            <a:srgbClr val="BDEEFF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62156C6C-FAD7-856A-1A24-FDCC05EB59EE}"/>
              </a:ext>
            </a:extLst>
          </p:cNvPr>
          <p:cNvSpPr/>
          <p:nvPr/>
        </p:nvSpPr>
        <p:spPr>
          <a:xfrm>
            <a:off x="10526871" y="5411416"/>
            <a:ext cx="350196" cy="265112"/>
          </a:xfrm>
          <a:prstGeom prst="rect">
            <a:avLst/>
          </a:prstGeom>
          <a:solidFill>
            <a:srgbClr val="BDEEFF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1BA5DF49-E68E-9CFE-125A-1FDF84444F63}"/>
              </a:ext>
            </a:extLst>
          </p:cNvPr>
          <p:cNvSpPr/>
          <p:nvPr/>
        </p:nvSpPr>
        <p:spPr>
          <a:xfrm>
            <a:off x="10176675" y="5682624"/>
            <a:ext cx="350196" cy="265112"/>
          </a:xfrm>
          <a:prstGeom prst="rect">
            <a:avLst/>
          </a:prstGeom>
          <a:solidFill>
            <a:srgbClr val="FFE28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7FD8A457-30D7-37A2-56DC-A3EC2D809826}"/>
              </a:ext>
            </a:extLst>
          </p:cNvPr>
          <p:cNvSpPr/>
          <p:nvPr/>
        </p:nvSpPr>
        <p:spPr>
          <a:xfrm>
            <a:off x="9826479" y="5682624"/>
            <a:ext cx="350196" cy="265112"/>
          </a:xfrm>
          <a:prstGeom prst="rect">
            <a:avLst/>
          </a:prstGeom>
          <a:solidFill>
            <a:srgbClr val="FFE28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24BD7540-9BEE-B090-098B-D5BC20483707}"/>
              </a:ext>
            </a:extLst>
          </p:cNvPr>
          <p:cNvSpPr/>
          <p:nvPr/>
        </p:nvSpPr>
        <p:spPr>
          <a:xfrm>
            <a:off x="10526871" y="5682624"/>
            <a:ext cx="350196" cy="265112"/>
          </a:xfrm>
          <a:prstGeom prst="rect">
            <a:avLst/>
          </a:prstGeom>
          <a:solidFill>
            <a:srgbClr val="FFE28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508A3C08-FCE2-23C5-83FF-216C15FC5B99}"/>
              </a:ext>
            </a:extLst>
          </p:cNvPr>
          <p:cNvSpPr/>
          <p:nvPr/>
        </p:nvSpPr>
        <p:spPr>
          <a:xfrm>
            <a:off x="9476283" y="5682624"/>
            <a:ext cx="350196" cy="265112"/>
          </a:xfrm>
          <a:prstGeom prst="rect">
            <a:avLst/>
          </a:prstGeom>
          <a:solidFill>
            <a:srgbClr val="FFE28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6" name="Freeform: Shape 225">
            <a:extLst>
              <a:ext uri="{FF2B5EF4-FFF2-40B4-BE49-F238E27FC236}">
                <a16:creationId xmlns:a16="http://schemas.microsoft.com/office/drawing/2014/main" id="{758001B1-B1B0-C414-E376-C2DE2BF4318B}"/>
              </a:ext>
            </a:extLst>
          </p:cNvPr>
          <p:cNvSpPr/>
          <p:nvPr/>
        </p:nvSpPr>
        <p:spPr>
          <a:xfrm>
            <a:off x="1083967" y="3624666"/>
            <a:ext cx="3232398" cy="2190134"/>
          </a:xfrm>
          <a:custGeom>
            <a:avLst/>
            <a:gdLst>
              <a:gd name="connsiteX0" fmla="*/ 1095067 w 3232398"/>
              <a:gd name="connsiteY0" fmla="*/ 0 h 2190134"/>
              <a:gd name="connsiteX1" fmla="*/ 1521317 w 3232398"/>
              <a:gd name="connsiteY1" fmla="*/ 86056 h 2190134"/>
              <a:gd name="connsiteX2" fmla="*/ 1616199 w 3232398"/>
              <a:gd name="connsiteY2" fmla="*/ 131763 h 2190134"/>
              <a:gd name="connsiteX3" fmla="*/ 1711082 w 3232398"/>
              <a:gd name="connsiteY3" fmla="*/ 86056 h 2190134"/>
              <a:gd name="connsiteX4" fmla="*/ 2137331 w 3232398"/>
              <a:gd name="connsiteY4" fmla="*/ 0 h 2190134"/>
              <a:gd name="connsiteX5" fmla="*/ 3232398 w 3232398"/>
              <a:gd name="connsiteY5" fmla="*/ 1095067 h 2190134"/>
              <a:gd name="connsiteX6" fmla="*/ 2137331 w 3232398"/>
              <a:gd name="connsiteY6" fmla="*/ 2190134 h 2190134"/>
              <a:gd name="connsiteX7" fmla="*/ 1711082 w 3232398"/>
              <a:gd name="connsiteY7" fmla="*/ 2104078 h 2190134"/>
              <a:gd name="connsiteX8" fmla="*/ 1616199 w 3232398"/>
              <a:gd name="connsiteY8" fmla="*/ 2058371 h 2190134"/>
              <a:gd name="connsiteX9" fmla="*/ 1521317 w 3232398"/>
              <a:gd name="connsiteY9" fmla="*/ 2104078 h 2190134"/>
              <a:gd name="connsiteX10" fmla="*/ 1095067 w 3232398"/>
              <a:gd name="connsiteY10" fmla="*/ 2190134 h 2190134"/>
              <a:gd name="connsiteX11" fmla="*/ 0 w 3232398"/>
              <a:gd name="connsiteY11" fmla="*/ 1095067 h 2190134"/>
              <a:gd name="connsiteX12" fmla="*/ 1095067 w 3232398"/>
              <a:gd name="connsiteY12" fmla="*/ 0 h 2190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32398" h="2190134">
                <a:moveTo>
                  <a:pt x="1095067" y="0"/>
                </a:moveTo>
                <a:cubicBezTo>
                  <a:pt x="1246264" y="0"/>
                  <a:pt x="1390305" y="30643"/>
                  <a:pt x="1521317" y="86056"/>
                </a:cubicBezTo>
                <a:lnTo>
                  <a:pt x="1616199" y="131763"/>
                </a:lnTo>
                <a:lnTo>
                  <a:pt x="1711082" y="86056"/>
                </a:lnTo>
                <a:cubicBezTo>
                  <a:pt x="1842094" y="30643"/>
                  <a:pt x="1986134" y="0"/>
                  <a:pt x="2137331" y="0"/>
                </a:cubicBezTo>
                <a:cubicBezTo>
                  <a:pt x="2742120" y="0"/>
                  <a:pt x="3232398" y="490278"/>
                  <a:pt x="3232398" y="1095067"/>
                </a:cubicBezTo>
                <a:cubicBezTo>
                  <a:pt x="3232398" y="1699856"/>
                  <a:pt x="2742120" y="2190134"/>
                  <a:pt x="2137331" y="2190134"/>
                </a:cubicBezTo>
                <a:cubicBezTo>
                  <a:pt x="1986134" y="2190134"/>
                  <a:pt x="1842094" y="2159492"/>
                  <a:pt x="1711082" y="2104078"/>
                </a:cubicBezTo>
                <a:lnTo>
                  <a:pt x="1616199" y="2058371"/>
                </a:lnTo>
                <a:lnTo>
                  <a:pt x="1521317" y="2104078"/>
                </a:lnTo>
                <a:cubicBezTo>
                  <a:pt x="1390305" y="2159492"/>
                  <a:pt x="1246264" y="2190134"/>
                  <a:pt x="1095067" y="2190134"/>
                </a:cubicBezTo>
                <a:cubicBezTo>
                  <a:pt x="490278" y="2190134"/>
                  <a:pt x="0" y="1699856"/>
                  <a:pt x="0" y="1095067"/>
                </a:cubicBezTo>
                <a:cubicBezTo>
                  <a:pt x="0" y="490278"/>
                  <a:pt x="490278" y="0"/>
                  <a:pt x="1095067" y="0"/>
                </a:cubicBezTo>
                <a:close/>
              </a:path>
            </a:pathLst>
          </a:cu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6C0829F0-BB81-DD0D-4021-74D4E1523E8B}"/>
              </a:ext>
            </a:extLst>
          </p:cNvPr>
          <p:cNvSpPr txBox="1"/>
          <p:nvPr/>
        </p:nvSpPr>
        <p:spPr>
          <a:xfrm>
            <a:off x="5369135" y="1070336"/>
            <a:ext cx="14537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zh-TW" b="1" dirty="0">
                <a:latin typeface="Consolas" panose="020B0609020204030204" pitchFamily="49" charset="0"/>
                <a:ea typeface="微軟正黑體" panose="020B0604030504040204" pitchFamily="34" charset="-120"/>
              </a:rPr>
              <a:t>intersect</a:t>
            </a:r>
            <a:endParaRPr lang="en-GB" b="1" dirty="0">
              <a:latin typeface="Consolas" panose="020B0609020204030204" pitchFamily="49" charset="0"/>
              <a:ea typeface="微軟正黑體" panose="020B0604030504040204" pitchFamily="34" charset="-120"/>
            </a:endParaRP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EA20C005-60BF-CAA1-5A08-641F0023EE63}"/>
              </a:ext>
            </a:extLst>
          </p:cNvPr>
          <p:cNvSpPr txBox="1"/>
          <p:nvPr/>
        </p:nvSpPr>
        <p:spPr>
          <a:xfrm>
            <a:off x="7364468" y="1071168"/>
            <a:ext cx="15150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zh-TW" b="1" dirty="0">
                <a:latin typeface="Consolas" panose="020B0609020204030204" pitchFamily="49" charset="0"/>
              </a:rPr>
              <a:t>union</a:t>
            </a:r>
            <a:endParaRPr lang="en-GB" b="1" dirty="0">
              <a:latin typeface="Consolas" panose="020B0609020204030204" pitchFamily="49" charset="0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3DF311B4-41D2-4D5B-570F-4AE54B9DF1DB}"/>
              </a:ext>
            </a:extLst>
          </p:cNvPr>
          <p:cNvSpPr txBox="1"/>
          <p:nvPr/>
        </p:nvSpPr>
        <p:spPr>
          <a:xfrm>
            <a:off x="5307782" y="4237885"/>
            <a:ext cx="15150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zh-TW" b="1" dirty="0" err="1">
                <a:latin typeface="Consolas" panose="020B0609020204030204" pitchFamily="49" charset="0"/>
              </a:rPr>
              <a:t>setdiff</a:t>
            </a:r>
            <a:endParaRPr lang="en-GB" b="1" dirty="0">
              <a:latin typeface="Consolas" panose="020B0609020204030204" pitchFamily="49" charset="0"/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215BAA4F-CBFE-AC1C-4748-1F8650201CA3}"/>
              </a:ext>
            </a:extLst>
          </p:cNvPr>
          <p:cNvSpPr txBox="1"/>
          <p:nvPr/>
        </p:nvSpPr>
        <p:spPr>
          <a:xfrm>
            <a:off x="7364469" y="4237885"/>
            <a:ext cx="15150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zh-TW" b="1" dirty="0" err="1">
                <a:latin typeface="Consolas" panose="020B0609020204030204" pitchFamily="49" charset="0"/>
              </a:rPr>
              <a:t>setdiff</a:t>
            </a:r>
            <a:endParaRPr lang="en-GB" b="1" dirty="0">
              <a:latin typeface="Consolas" panose="020B0609020204030204" pitchFamily="49" charset="0"/>
            </a:endParaRP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6C25A4C9-EC39-0476-087E-98EAE784BA06}"/>
              </a:ext>
            </a:extLst>
          </p:cNvPr>
          <p:cNvSpPr txBox="1"/>
          <p:nvPr/>
        </p:nvSpPr>
        <p:spPr>
          <a:xfrm>
            <a:off x="9421156" y="4237885"/>
            <a:ext cx="15150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zh-TW" b="1" dirty="0" err="1">
                <a:latin typeface="Consolas" panose="020B0609020204030204" pitchFamily="49" charset="0"/>
              </a:rPr>
              <a:t>sysdiff</a:t>
            </a:r>
            <a:endParaRPr lang="en-GB" b="1" dirty="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4D9C55-27BB-47C0-5F67-59D49AC8EECF}"/>
              </a:ext>
            </a:extLst>
          </p:cNvPr>
          <p:cNvSpPr txBox="1"/>
          <p:nvPr/>
        </p:nvSpPr>
        <p:spPr>
          <a:xfrm>
            <a:off x="5720602" y="548753"/>
            <a:ext cx="6894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zh-TW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交集</a:t>
            </a:r>
            <a:endParaRPr lang="en-GB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830314B-8AAF-189E-2877-98D10F039409}"/>
              </a:ext>
            </a:extLst>
          </p:cNvPr>
          <p:cNvSpPr txBox="1"/>
          <p:nvPr/>
        </p:nvSpPr>
        <p:spPr>
          <a:xfrm>
            <a:off x="7773009" y="548753"/>
            <a:ext cx="6894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聯</a:t>
            </a:r>
            <a:r>
              <a:rPr lang="en-GB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集</a:t>
            </a:r>
            <a:endParaRPr lang="en-GB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2429286-8C32-C792-9305-8C03DD6B1BFC}"/>
              </a:ext>
            </a:extLst>
          </p:cNvPr>
          <p:cNvSpPr txBox="1"/>
          <p:nvPr/>
        </p:nvSpPr>
        <p:spPr>
          <a:xfrm>
            <a:off x="7767519" y="3782011"/>
            <a:ext cx="6894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差</a:t>
            </a:r>
            <a:r>
              <a:rPr lang="en-GB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集</a:t>
            </a:r>
            <a:endParaRPr lang="en-GB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23CD1B1-C937-D694-954F-1D962B8767EB}"/>
              </a:ext>
            </a:extLst>
          </p:cNvPr>
          <p:cNvSpPr txBox="1"/>
          <p:nvPr/>
        </p:nvSpPr>
        <p:spPr>
          <a:xfrm>
            <a:off x="9541033" y="3782011"/>
            <a:ext cx="12712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對稱差</a:t>
            </a:r>
            <a:r>
              <a:rPr lang="en-GB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集</a:t>
            </a:r>
            <a:endParaRPr lang="en-GB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12DF3F4-F6E8-CE55-5F53-246A407649A1}"/>
              </a:ext>
            </a:extLst>
          </p:cNvPr>
          <p:cNvSpPr txBox="1"/>
          <p:nvPr/>
        </p:nvSpPr>
        <p:spPr>
          <a:xfrm>
            <a:off x="5732543" y="3782011"/>
            <a:ext cx="6894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差</a:t>
            </a:r>
            <a:r>
              <a:rPr lang="en-GB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集</a:t>
            </a:r>
            <a:endParaRPr lang="en-GB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27740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6DD70620-A2B8-9DE4-0200-3C5DF5E4E96E}"/>
              </a:ext>
            </a:extLst>
          </p:cNvPr>
          <p:cNvSpPr/>
          <p:nvPr/>
        </p:nvSpPr>
        <p:spPr>
          <a:xfrm>
            <a:off x="1783566" y="50800"/>
            <a:ext cx="6653660" cy="64177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35C1C3D-B193-5EDB-524B-7F72E07576F0}"/>
              </a:ext>
            </a:extLst>
          </p:cNvPr>
          <p:cNvSpPr/>
          <p:nvPr/>
        </p:nvSpPr>
        <p:spPr>
          <a:xfrm>
            <a:off x="2471221" y="1001742"/>
            <a:ext cx="2314139" cy="2195263"/>
          </a:xfrm>
          <a:prstGeom prst="roundRect">
            <a:avLst>
              <a:gd name="adj" fmla="val 6089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2C9FD0F-8B10-EE3C-00A4-BDE3380A6C1F}"/>
              </a:ext>
            </a:extLst>
          </p:cNvPr>
          <p:cNvSpPr/>
          <p:nvPr/>
        </p:nvSpPr>
        <p:spPr>
          <a:xfrm>
            <a:off x="5964190" y="1001742"/>
            <a:ext cx="1133040" cy="2199688"/>
          </a:xfrm>
          <a:prstGeom prst="roundRect">
            <a:avLst>
              <a:gd name="adj" fmla="val 9733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F353BB4-4E55-D4F7-BB1E-58678E950A55}"/>
              </a:ext>
            </a:extLst>
          </p:cNvPr>
          <p:cNvSpPr/>
          <p:nvPr/>
        </p:nvSpPr>
        <p:spPr>
          <a:xfrm>
            <a:off x="4780080" y="1001742"/>
            <a:ext cx="1178560" cy="2199688"/>
          </a:xfrm>
          <a:prstGeom prst="roundRect">
            <a:avLst>
              <a:gd name="adj" fmla="val 11187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F7AF4AD-D1EA-EB9A-855E-8D1CCA649C93}"/>
              </a:ext>
            </a:extLst>
          </p:cNvPr>
          <p:cNvSpPr/>
          <p:nvPr/>
        </p:nvSpPr>
        <p:spPr>
          <a:xfrm>
            <a:off x="2482051" y="5243972"/>
            <a:ext cx="2298029" cy="1073724"/>
          </a:xfrm>
          <a:prstGeom prst="roundRect">
            <a:avLst>
              <a:gd name="adj" fmla="val 12482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0FD4BC3-5363-5089-F527-E7F353242FC1}"/>
              </a:ext>
            </a:extLst>
          </p:cNvPr>
          <p:cNvSpPr/>
          <p:nvPr/>
        </p:nvSpPr>
        <p:spPr>
          <a:xfrm>
            <a:off x="4780081" y="5233368"/>
            <a:ext cx="2298030" cy="1073724"/>
          </a:xfrm>
          <a:prstGeom prst="roundRect">
            <a:avLst>
              <a:gd name="adj" fmla="val 11914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6C9880E3-51B2-F24C-155E-F13A21644D20}"/>
              </a:ext>
            </a:extLst>
          </p:cNvPr>
          <p:cNvSpPr/>
          <p:nvPr/>
        </p:nvSpPr>
        <p:spPr>
          <a:xfrm>
            <a:off x="4780080" y="3292611"/>
            <a:ext cx="584921" cy="1259933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B5F666-A29E-8394-0D9E-571F8889724D}"/>
              </a:ext>
            </a:extLst>
          </p:cNvPr>
          <p:cNvSpPr txBox="1"/>
          <p:nvPr/>
        </p:nvSpPr>
        <p:spPr>
          <a:xfrm>
            <a:off x="5436829" y="3768037"/>
            <a:ext cx="984534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TW" dirty="0" err="1">
                <a:latin typeface="Consolas" panose="020B0609020204030204" pitchFamily="49" charset="0"/>
                <a:ea typeface="微軟正黑體" panose="020B0604030504040204" pitchFamily="34" charset="-120"/>
              </a:rPr>
              <a:t>dcast</a:t>
            </a:r>
            <a:r>
              <a:rPr lang="en-US" altLang="zh-TW" dirty="0">
                <a:latin typeface="Consolas" panose="020B0609020204030204" pitchFamily="49" charset="0"/>
                <a:ea typeface="微軟正黑體" panose="020B0604030504040204" pitchFamily="34" charset="-120"/>
              </a:rPr>
              <a:t>()</a:t>
            </a:r>
            <a:endParaRPr lang="en-GB" dirty="0">
              <a:latin typeface="Consolas" panose="020B0609020204030204" pitchFamily="49" charset="0"/>
              <a:ea typeface="微軟正黑體" panose="020B0604030504040204" pitchFamily="34" charset="-12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18C4C1-1498-3748-750F-9E108762BBBD}"/>
              </a:ext>
            </a:extLst>
          </p:cNvPr>
          <p:cNvSpPr txBox="1"/>
          <p:nvPr/>
        </p:nvSpPr>
        <p:spPr>
          <a:xfrm>
            <a:off x="7232209" y="4861634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chemeClr val="accent4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參照欄位</a:t>
            </a:r>
            <a:endParaRPr lang="en-GB" sz="2000" b="1" dirty="0">
              <a:solidFill>
                <a:schemeClr val="accent4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Left Brace 22">
            <a:extLst>
              <a:ext uri="{FF2B5EF4-FFF2-40B4-BE49-F238E27FC236}">
                <a16:creationId xmlns:a16="http://schemas.microsoft.com/office/drawing/2014/main" id="{1133BA55-10C8-3A39-E11B-B49F2FEEA1D0}"/>
              </a:ext>
            </a:extLst>
          </p:cNvPr>
          <p:cNvSpPr/>
          <p:nvPr/>
        </p:nvSpPr>
        <p:spPr>
          <a:xfrm rot="10800000">
            <a:off x="7099771" y="5256531"/>
            <a:ext cx="176584" cy="1020914"/>
          </a:xfrm>
          <a:prstGeom prst="leftBrace">
            <a:avLst>
              <a:gd name="adj1" fmla="val 49316"/>
              <a:gd name="adj2" fmla="val 50000"/>
            </a:avLst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6B200C3-88A1-3EFF-314C-A34568AF6B9B}"/>
              </a:ext>
            </a:extLst>
          </p:cNvPr>
          <p:cNvSpPr txBox="1"/>
          <p:nvPr/>
        </p:nvSpPr>
        <p:spPr>
          <a:xfrm>
            <a:off x="7226638" y="5592132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展開欄位</a:t>
            </a:r>
            <a:endParaRPr lang="en-GB" sz="2000" b="1" dirty="0">
              <a:solidFill>
                <a:schemeClr val="accent6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9F12345-BB78-DF3D-FCBF-DF2CA4F15104}"/>
              </a:ext>
            </a:extLst>
          </p:cNvPr>
          <p:cNvSpPr txBox="1"/>
          <p:nvPr/>
        </p:nvSpPr>
        <p:spPr>
          <a:xfrm>
            <a:off x="1933769" y="1309333"/>
            <a:ext cx="2947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長資料</a:t>
            </a:r>
            <a:endParaRPr lang="en-GB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AC7FA211-B7E1-C148-B1A7-3E7CE30B04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9033908"/>
              </p:ext>
            </p:extLst>
          </p:nvPr>
        </p:nvGraphicFramePr>
        <p:xfrm>
          <a:off x="2471220" y="4866569"/>
          <a:ext cx="4617720" cy="1451127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154430">
                  <a:extLst>
                    <a:ext uri="{9D8B030D-6E8A-4147-A177-3AD203B41FA5}">
                      <a16:colId xmlns:a16="http://schemas.microsoft.com/office/drawing/2014/main" val="215621004"/>
                    </a:ext>
                  </a:extLst>
                </a:gridCol>
                <a:gridCol w="1154430">
                  <a:extLst>
                    <a:ext uri="{9D8B030D-6E8A-4147-A177-3AD203B41FA5}">
                      <a16:colId xmlns:a16="http://schemas.microsoft.com/office/drawing/2014/main" val="3266484332"/>
                    </a:ext>
                  </a:extLst>
                </a:gridCol>
                <a:gridCol w="1154430">
                  <a:extLst>
                    <a:ext uri="{9D8B030D-6E8A-4147-A177-3AD203B41FA5}">
                      <a16:colId xmlns:a16="http://schemas.microsoft.com/office/drawing/2014/main" val="2091498931"/>
                    </a:ext>
                  </a:extLst>
                </a:gridCol>
                <a:gridCol w="1154430">
                  <a:extLst>
                    <a:ext uri="{9D8B030D-6E8A-4147-A177-3AD203B41FA5}">
                      <a16:colId xmlns:a16="http://schemas.microsoft.com/office/drawing/2014/main" val="4924686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 err="1">
                          <a:solidFill>
                            <a:srgbClr val="00206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StuID</a:t>
                      </a:r>
                      <a:endParaRPr lang="en-GB" altLang="zh-TW" sz="1800" b="1" dirty="0">
                        <a:solidFill>
                          <a:srgbClr val="00206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TW" sz="1800" b="1" dirty="0">
                          <a:solidFill>
                            <a:srgbClr val="00206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Math</a:t>
                      </a:r>
                      <a:endParaRPr lang="en-GB" altLang="zh-TW" sz="1800" b="1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English</a:t>
                      </a:r>
                      <a:endParaRPr lang="en-GB" altLang="zh-TW" sz="1800" b="1" dirty="0"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9195354"/>
                  </a:ext>
                </a:extLst>
              </a:tr>
              <a:tr h="338607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John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80</a:t>
                      </a:r>
                      <a:endParaRPr lang="zh-TW" altLang="en-US" sz="18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70</a:t>
                      </a:r>
                      <a:endParaRPr lang="zh-TW" altLang="en-US" sz="18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extLst>
                  <a:ext uri="{0D108BD9-81ED-4DB2-BD59-A6C34878D82A}">
                    <a16:rowId xmlns:a16="http://schemas.microsoft.com/office/drawing/2014/main" val="285409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Robert</a:t>
                      </a:r>
                      <a:endParaRPr lang="en-GB" sz="18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90</a:t>
                      </a:r>
                      <a:endParaRPr lang="zh-TW" altLang="en-US" sz="18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75</a:t>
                      </a:r>
                      <a:endParaRPr lang="zh-TW" altLang="en-US" sz="18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extLst>
                  <a:ext uri="{0D108BD9-81ED-4DB2-BD59-A6C34878D82A}">
                    <a16:rowId xmlns:a16="http://schemas.microsoft.com/office/drawing/2014/main" val="2045876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Mary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85</a:t>
                      </a:r>
                      <a:endParaRPr lang="zh-TW" altLang="en-US" sz="18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95</a:t>
                      </a:r>
                      <a:endParaRPr lang="zh-TW" altLang="en-US" sz="18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extLst>
                  <a:ext uri="{0D108BD9-81ED-4DB2-BD59-A6C34878D82A}">
                    <a16:rowId xmlns:a16="http://schemas.microsoft.com/office/drawing/2014/main" val="3625249303"/>
                  </a:ext>
                </a:extLst>
              </a:tr>
            </a:tbl>
          </a:graphicData>
        </a:graphic>
      </p:graphicFrame>
      <p:sp>
        <p:nvSpPr>
          <p:cNvPr id="32" name="Left Brace 31">
            <a:extLst>
              <a:ext uri="{FF2B5EF4-FFF2-40B4-BE49-F238E27FC236}">
                <a16:creationId xmlns:a16="http://schemas.microsoft.com/office/drawing/2014/main" id="{4EB53A6E-92BF-DA90-B352-524DF6CA3DE8}"/>
              </a:ext>
            </a:extLst>
          </p:cNvPr>
          <p:cNvSpPr/>
          <p:nvPr/>
        </p:nvSpPr>
        <p:spPr>
          <a:xfrm rot="10800000">
            <a:off x="7099771" y="4884227"/>
            <a:ext cx="176584" cy="349141"/>
          </a:xfrm>
          <a:prstGeom prst="leftBrace">
            <a:avLst>
              <a:gd name="adj1" fmla="val 49316"/>
              <a:gd name="adj2" fmla="val 50000"/>
            </a:avLst>
          </a:prstGeom>
          <a:ln w="19050">
            <a:solidFill>
              <a:srgbClr val="BF9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87A4802-3669-5720-179B-630B50094F01}"/>
              </a:ext>
            </a:extLst>
          </p:cNvPr>
          <p:cNvSpPr txBox="1"/>
          <p:nvPr/>
        </p:nvSpPr>
        <p:spPr>
          <a:xfrm>
            <a:off x="1933769" y="5020662"/>
            <a:ext cx="2947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寬資料</a:t>
            </a:r>
            <a:endParaRPr lang="en-GB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Arrow: Down 33">
            <a:extLst>
              <a:ext uri="{FF2B5EF4-FFF2-40B4-BE49-F238E27FC236}">
                <a16:creationId xmlns:a16="http://schemas.microsoft.com/office/drawing/2014/main" id="{9FFD6201-FD12-CB27-EB42-DE928034B6E3}"/>
              </a:ext>
            </a:extLst>
          </p:cNvPr>
          <p:cNvSpPr/>
          <p:nvPr/>
        </p:nvSpPr>
        <p:spPr>
          <a:xfrm rot="10800000">
            <a:off x="4266421" y="3311388"/>
            <a:ext cx="584921" cy="123124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7950204-C01D-4DA3-9BB2-8C27C51292B7}"/>
              </a:ext>
            </a:extLst>
          </p:cNvPr>
          <p:cNvSpPr txBox="1"/>
          <p:nvPr/>
        </p:nvSpPr>
        <p:spPr>
          <a:xfrm>
            <a:off x="3373717" y="3768037"/>
            <a:ext cx="892703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en-GB" altLang="zh-TW" dirty="0">
                <a:latin typeface="Consolas" panose="020B0609020204030204" pitchFamily="49" charset="0"/>
                <a:ea typeface="微軟正黑體" panose="020B0604030504040204" pitchFamily="34" charset="-120"/>
              </a:rPr>
              <a:t>melt(</a:t>
            </a:r>
            <a:r>
              <a:rPr lang="en-US" altLang="zh-TW" dirty="0">
                <a:latin typeface="Consolas" panose="020B0609020204030204" pitchFamily="49" charset="0"/>
                <a:ea typeface="微軟正黑體" panose="020B0604030504040204" pitchFamily="34" charset="-120"/>
              </a:rPr>
              <a:t>)</a:t>
            </a:r>
            <a:endParaRPr lang="en-GB" dirty="0">
              <a:latin typeface="Consolas" panose="020B0609020204030204" pitchFamily="49" charset="0"/>
              <a:ea typeface="微軟正黑體" panose="020B0604030504040204" pitchFamily="34" charset="-12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5670296-4575-7130-9360-4805C35EBFE9}"/>
              </a:ext>
            </a:extLst>
          </p:cNvPr>
          <p:cNvSpPr txBox="1"/>
          <p:nvPr/>
        </p:nvSpPr>
        <p:spPr>
          <a:xfrm>
            <a:off x="3068012" y="508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保留欄位</a:t>
            </a:r>
            <a:endParaRPr lang="en-GB" b="1" dirty="0">
              <a:solidFill>
                <a:srgbClr val="00206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3E95722-94B7-7AB3-98DC-CBA9BFE78792}"/>
              </a:ext>
            </a:extLst>
          </p:cNvPr>
          <p:cNvSpPr txBox="1"/>
          <p:nvPr/>
        </p:nvSpPr>
        <p:spPr>
          <a:xfrm>
            <a:off x="5958639" y="508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展開欄位</a:t>
            </a:r>
            <a:endParaRPr lang="en-GB" b="1" dirty="0">
              <a:solidFill>
                <a:schemeClr val="accent6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B821DCF-F942-B4AB-1762-F8774868B91E}"/>
              </a:ext>
            </a:extLst>
          </p:cNvPr>
          <p:cNvSpPr txBox="1"/>
          <p:nvPr/>
        </p:nvSpPr>
        <p:spPr>
          <a:xfrm>
            <a:off x="4811003" y="508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chemeClr val="accent4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參照欄位</a:t>
            </a:r>
            <a:endParaRPr lang="en-GB" b="1" dirty="0">
              <a:solidFill>
                <a:schemeClr val="accent4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Left Brace 37">
            <a:extLst>
              <a:ext uri="{FF2B5EF4-FFF2-40B4-BE49-F238E27FC236}">
                <a16:creationId xmlns:a16="http://schemas.microsoft.com/office/drawing/2014/main" id="{F8C0BABC-7BE3-7F32-EAFF-44BB3217C5B0}"/>
              </a:ext>
            </a:extLst>
          </p:cNvPr>
          <p:cNvSpPr/>
          <p:nvPr/>
        </p:nvSpPr>
        <p:spPr>
          <a:xfrm rot="5400000">
            <a:off x="3511372" y="-639854"/>
            <a:ext cx="239390" cy="2298030"/>
          </a:xfrm>
          <a:prstGeom prst="leftBrace">
            <a:avLst>
              <a:gd name="adj1" fmla="val 49316"/>
              <a:gd name="adj2" fmla="val 50000"/>
            </a:avLst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Left Brace 38">
            <a:extLst>
              <a:ext uri="{FF2B5EF4-FFF2-40B4-BE49-F238E27FC236}">
                <a16:creationId xmlns:a16="http://schemas.microsoft.com/office/drawing/2014/main" id="{E3CB0B67-FB35-0079-80FB-A9BE54AA0507}"/>
              </a:ext>
            </a:extLst>
          </p:cNvPr>
          <p:cNvSpPr/>
          <p:nvPr/>
        </p:nvSpPr>
        <p:spPr>
          <a:xfrm rot="5400000">
            <a:off x="6402724" y="-47711"/>
            <a:ext cx="239391" cy="1111381"/>
          </a:xfrm>
          <a:prstGeom prst="leftBrace">
            <a:avLst>
              <a:gd name="adj1" fmla="val 49316"/>
              <a:gd name="adj2" fmla="val 50000"/>
            </a:avLst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1" name="Left Brace 40">
            <a:extLst>
              <a:ext uri="{FF2B5EF4-FFF2-40B4-BE49-F238E27FC236}">
                <a16:creationId xmlns:a16="http://schemas.microsoft.com/office/drawing/2014/main" id="{53A825BE-5B2D-F77B-D5FB-27DC9E2B21E6}"/>
              </a:ext>
            </a:extLst>
          </p:cNvPr>
          <p:cNvSpPr/>
          <p:nvPr/>
        </p:nvSpPr>
        <p:spPr>
          <a:xfrm rot="5400000">
            <a:off x="5255080" y="-77230"/>
            <a:ext cx="239391" cy="1167727"/>
          </a:xfrm>
          <a:prstGeom prst="leftBrace">
            <a:avLst>
              <a:gd name="adj1" fmla="val 49316"/>
              <a:gd name="adj2" fmla="val 50000"/>
            </a:avLst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6">
                  <a:lumMod val="50000"/>
                </a:schemeClr>
              </a:solidFill>
            </a:endParaRPr>
          </a:p>
        </p:txBody>
      </p:sp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621FB72C-70E5-3105-5889-16316B73D0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9562861"/>
              </p:ext>
            </p:extLst>
          </p:nvPr>
        </p:nvGraphicFramePr>
        <p:xfrm>
          <a:off x="2471220" y="627675"/>
          <a:ext cx="4617720" cy="2563647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154430">
                  <a:extLst>
                    <a:ext uri="{9D8B030D-6E8A-4147-A177-3AD203B41FA5}">
                      <a16:colId xmlns:a16="http://schemas.microsoft.com/office/drawing/2014/main" val="215621004"/>
                    </a:ext>
                  </a:extLst>
                </a:gridCol>
                <a:gridCol w="1154430">
                  <a:extLst>
                    <a:ext uri="{9D8B030D-6E8A-4147-A177-3AD203B41FA5}">
                      <a16:colId xmlns:a16="http://schemas.microsoft.com/office/drawing/2014/main" val="3266484332"/>
                    </a:ext>
                  </a:extLst>
                </a:gridCol>
                <a:gridCol w="1154430">
                  <a:extLst>
                    <a:ext uri="{9D8B030D-6E8A-4147-A177-3AD203B41FA5}">
                      <a16:colId xmlns:a16="http://schemas.microsoft.com/office/drawing/2014/main" val="2091498931"/>
                    </a:ext>
                  </a:extLst>
                </a:gridCol>
                <a:gridCol w="1154430">
                  <a:extLst>
                    <a:ext uri="{9D8B030D-6E8A-4147-A177-3AD203B41FA5}">
                      <a16:colId xmlns:a16="http://schemas.microsoft.com/office/drawing/2014/main" val="4924686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 err="1">
                          <a:solidFill>
                            <a:srgbClr val="00206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StuID</a:t>
                      </a:r>
                      <a:endParaRPr lang="en-GB" altLang="zh-TW" sz="1800" b="1" dirty="0">
                        <a:solidFill>
                          <a:srgbClr val="00206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TW" sz="1800" b="1" dirty="0">
                          <a:solidFill>
                            <a:srgbClr val="00206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TW" sz="1800" b="1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Subject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Score</a:t>
                      </a:r>
                      <a:endParaRPr lang="en-GB" altLang="zh-TW" sz="1800" b="1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9195354"/>
                  </a:ext>
                </a:extLst>
              </a:tr>
              <a:tr h="338607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John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Math</a:t>
                      </a:r>
                      <a:endParaRPr lang="zh-TW" altLang="en-US" sz="18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80</a:t>
                      </a:r>
                      <a:endParaRPr lang="zh-TW" altLang="en-US" sz="18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extLst>
                  <a:ext uri="{0D108BD9-81ED-4DB2-BD59-A6C34878D82A}">
                    <a16:rowId xmlns:a16="http://schemas.microsoft.com/office/drawing/2014/main" val="285409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John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English</a:t>
                      </a:r>
                      <a:endParaRPr lang="zh-TW" altLang="en-US" sz="18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70</a:t>
                      </a:r>
                      <a:endParaRPr lang="zh-TW" altLang="en-US" sz="18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extLst>
                  <a:ext uri="{0D108BD9-81ED-4DB2-BD59-A6C34878D82A}">
                    <a16:rowId xmlns:a16="http://schemas.microsoft.com/office/drawing/2014/main" val="485301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Robert</a:t>
                      </a:r>
                      <a:endParaRPr lang="en-GB" sz="18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Math</a:t>
                      </a:r>
                      <a:endParaRPr lang="zh-TW" altLang="en-US" sz="18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90</a:t>
                      </a:r>
                      <a:endParaRPr lang="zh-TW" altLang="en-US" sz="18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extLst>
                  <a:ext uri="{0D108BD9-81ED-4DB2-BD59-A6C34878D82A}">
                    <a16:rowId xmlns:a16="http://schemas.microsoft.com/office/drawing/2014/main" val="2045876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Robert</a:t>
                      </a:r>
                      <a:endParaRPr lang="en-GB" sz="18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English</a:t>
                      </a:r>
                      <a:endParaRPr lang="zh-TW" altLang="en-US" sz="18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75</a:t>
                      </a:r>
                      <a:endParaRPr lang="zh-TW" altLang="en-US" sz="18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extLst>
                  <a:ext uri="{0D108BD9-81ED-4DB2-BD59-A6C34878D82A}">
                    <a16:rowId xmlns:a16="http://schemas.microsoft.com/office/drawing/2014/main" val="27800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Mary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Math</a:t>
                      </a:r>
                      <a:endParaRPr lang="zh-TW" altLang="en-US" sz="18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85</a:t>
                      </a:r>
                      <a:endParaRPr lang="zh-TW" altLang="en-US" sz="18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extLst>
                  <a:ext uri="{0D108BD9-81ED-4DB2-BD59-A6C34878D82A}">
                    <a16:rowId xmlns:a16="http://schemas.microsoft.com/office/drawing/2014/main" val="9709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Mary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English</a:t>
                      </a:r>
                      <a:endParaRPr lang="zh-TW" altLang="en-US" sz="18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95</a:t>
                      </a:r>
                      <a:endParaRPr lang="zh-TW" altLang="en-US" sz="18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extLst>
                  <a:ext uri="{0D108BD9-81ED-4DB2-BD59-A6C34878D82A}">
                    <a16:rowId xmlns:a16="http://schemas.microsoft.com/office/drawing/2014/main" val="3625249303"/>
                  </a:ext>
                </a:extLst>
              </a:tr>
            </a:tbl>
          </a:graphicData>
        </a:graphic>
      </p:graphicFrame>
      <p:sp>
        <p:nvSpPr>
          <p:cNvPr id="45" name="TextBox 44">
            <a:extLst>
              <a:ext uri="{FF2B5EF4-FFF2-40B4-BE49-F238E27FC236}">
                <a16:creationId xmlns:a16="http://schemas.microsoft.com/office/drawing/2014/main" id="{8014382C-89E3-80AF-F047-FB05E023EFAC}"/>
              </a:ext>
            </a:extLst>
          </p:cNvPr>
          <p:cNvSpPr txBox="1"/>
          <p:nvPr/>
        </p:nvSpPr>
        <p:spPr>
          <a:xfrm>
            <a:off x="3068012" y="428820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保留欄位</a:t>
            </a:r>
            <a:endParaRPr lang="en-GB" b="1" dirty="0">
              <a:solidFill>
                <a:srgbClr val="00206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6" name="Left Brace 45">
            <a:extLst>
              <a:ext uri="{FF2B5EF4-FFF2-40B4-BE49-F238E27FC236}">
                <a16:creationId xmlns:a16="http://schemas.microsoft.com/office/drawing/2014/main" id="{41898134-3D69-5583-27C0-581E0B5FC0BA}"/>
              </a:ext>
            </a:extLst>
          </p:cNvPr>
          <p:cNvSpPr/>
          <p:nvPr/>
        </p:nvSpPr>
        <p:spPr>
          <a:xfrm rot="5400000">
            <a:off x="3511372" y="3597553"/>
            <a:ext cx="239390" cy="2298030"/>
          </a:xfrm>
          <a:prstGeom prst="leftBrace">
            <a:avLst>
              <a:gd name="adj1" fmla="val 49316"/>
              <a:gd name="adj2" fmla="val 50000"/>
            </a:avLst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88761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6DD70620-A2B8-9DE4-0200-3C5DF5E4E96E}"/>
              </a:ext>
            </a:extLst>
          </p:cNvPr>
          <p:cNvSpPr/>
          <p:nvPr/>
        </p:nvSpPr>
        <p:spPr>
          <a:xfrm>
            <a:off x="-557661" y="50800"/>
            <a:ext cx="10815891" cy="76347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35C1C3D-B193-5EDB-524B-7F72E07576F0}"/>
              </a:ext>
            </a:extLst>
          </p:cNvPr>
          <p:cNvSpPr/>
          <p:nvPr/>
        </p:nvSpPr>
        <p:spPr>
          <a:xfrm>
            <a:off x="2471221" y="1001742"/>
            <a:ext cx="2314139" cy="2195263"/>
          </a:xfrm>
          <a:prstGeom prst="roundRect">
            <a:avLst>
              <a:gd name="adj" fmla="val 6089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2C9FD0F-8B10-EE3C-00A4-BDE3380A6C1F}"/>
              </a:ext>
            </a:extLst>
          </p:cNvPr>
          <p:cNvSpPr/>
          <p:nvPr/>
        </p:nvSpPr>
        <p:spPr>
          <a:xfrm>
            <a:off x="5964190" y="1001742"/>
            <a:ext cx="1133040" cy="2199688"/>
          </a:xfrm>
          <a:prstGeom prst="roundRect">
            <a:avLst>
              <a:gd name="adj" fmla="val 9733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F353BB4-4E55-D4F7-BB1E-58678E950A55}"/>
              </a:ext>
            </a:extLst>
          </p:cNvPr>
          <p:cNvSpPr/>
          <p:nvPr/>
        </p:nvSpPr>
        <p:spPr>
          <a:xfrm>
            <a:off x="4780080" y="1001742"/>
            <a:ext cx="1178560" cy="2199688"/>
          </a:xfrm>
          <a:prstGeom prst="roundRect">
            <a:avLst>
              <a:gd name="adj" fmla="val 11187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F7AF4AD-D1EA-EB9A-855E-8D1CCA649C93}"/>
              </a:ext>
            </a:extLst>
          </p:cNvPr>
          <p:cNvSpPr/>
          <p:nvPr/>
        </p:nvSpPr>
        <p:spPr>
          <a:xfrm>
            <a:off x="2482051" y="6499385"/>
            <a:ext cx="2298029" cy="1073724"/>
          </a:xfrm>
          <a:prstGeom prst="roundRect">
            <a:avLst>
              <a:gd name="adj" fmla="val 12482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0FD4BC3-5363-5089-F527-E7F353242FC1}"/>
              </a:ext>
            </a:extLst>
          </p:cNvPr>
          <p:cNvSpPr/>
          <p:nvPr/>
        </p:nvSpPr>
        <p:spPr>
          <a:xfrm>
            <a:off x="4780081" y="6488781"/>
            <a:ext cx="2298030" cy="1073724"/>
          </a:xfrm>
          <a:prstGeom prst="roundRect">
            <a:avLst>
              <a:gd name="adj" fmla="val 11914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6C9880E3-51B2-F24C-155E-F13A21644D20}"/>
              </a:ext>
            </a:extLst>
          </p:cNvPr>
          <p:cNvSpPr/>
          <p:nvPr/>
        </p:nvSpPr>
        <p:spPr>
          <a:xfrm>
            <a:off x="4780080" y="3292611"/>
            <a:ext cx="584921" cy="1663843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B5F666-A29E-8394-0D9E-571F8889724D}"/>
              </a:ext>
            </a:extLst>
          </p:cNvPr>
          <p:cNvSpPr txBox="1"/>
          <p:nvPr/>
        </p:nvSpPr>
        <p:spPr>
          <a:xfrm>
            <a:off x="5357032" y="3401871"/>
            <a:ext cx="4839122" cy="92333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TW" dirty="0" err="1">
                <a:latin typeface="Consolas" panose="020B0609020204030204" pitchFamily="49" charset="0"/>
                <a:ea typeface="微軟正黑體" panose="020B0604030504040204" pitchFamily="34" charset="-120"/>
              </a:rPr>
              <a:t>dcast</a:t>
            </a:r>
            <a:r>
              <a:rPr lang="en-US" altLang="zh-TW" dirty="0">
                <a:latin typeface="Consolas" panose="020B0609020204030204" pitchFamily="49" charset="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latin typeface="Consolas" panose="020B0609020204030204" pitchFamily="49" charset="0"/>
                <a:ea typeface="微軟正黑體" panose="020B0604030504040204" pitchFamily="34" charset="-120"/>
              </a:rPr>
              <a:t>資料</a:t>
            </a:r>
            <a:r>
              <a:rPr lang="en-US" altLang="zh-TW" dirty="0">
                <a:latin typeface="Consolas" panose="020B0609020204030204" pitchFamily="49" charset="0"/>
                <a:ea typeface="微軟正黑體" panose="020B0604030504040204" pitchFamily="34" charset="-120"/>
              </a:rPr>
              <a:t>,</a:t>
            </a:r>
          </a:p>
          <a:p>
            <a:r>
              <a:rPr lang="zh-TW" altLang="en-US" dirty="0">
                <a:latin typeface="Consolas" panose="020B0609020204030204" pitchFamily="49" charset="0"/>
                <a:ea typeface="微軟正黑體" panose="020B0604030504040204" pitchFamily="34" charset="-120"/>
              </a:rPr>
              <a:t>      </a:t>
            </a:r>
            <a:r>
              <a:rPr lang="zh-TW" altLang="en-US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保留欄位</a:t>
            </a:r>
            <a:r>
              <a:rPr lang="en-US" altLang="zh-TW" dirty="0">
                <a:latin typeface="Consolas" panose="020B0609020204030204" pitchFamily="49" charset="0"/>
                <a:ea typeface="微軟正黑體" panose="020B0604030504040204" pitchFamily="34" charset="-120"/>
              </a:rPr>
              <a:t>+</a:t>
            </a:r>
            <a:r>
              <a:rPr lang="zh-TW" altLang="en-US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保留欄位</a:t>
            </a:r>
            <a:r>
              <a:rPr lang="en-US" altLang="zh-TW" dirty="0">
                <a:latin typeface="Consolas" panose="020B0609020204030204" pitchFamily="49" charset="0"/>
                <a:ea typeface="微軟正黑體" panose="020B0604030504040204" pitchFamily="34" charset="-120"/>
              </a:rPr>
              <a:t>+... ~</a:t>
            </a:r>
            <a:r>
              <a:rPr lang="zh-TW" altLang="en-US" b="1" dirty="0">
                <a:solidFill>
                  <a:schemeClr val="accent4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參照欄位</a:t>
            </a:r>
            <a:r>
              <a:rPr lang="en-US" altLang="zh-TW" dirty="0">
                <a:latin typeface="Consolas" panose="020B0609020204030204" pitchFamily="49" charset="0"/>
                <a:ea typeface="微軟正黑體" panose="020B0604030504040204" pitchFamily="34" charset="-120"/>
              </a:rPr>
              <a:t>,</a:t>
            </a:r>
          </a:p>
          <a:p>
            <a:r>
              <a:rPr lang="zh-TW" altLang="en-US" dirty="0">
                <a:latin typeface="Consolas" panose="020B0609020204030204" pitchFamily="49" charset="0"/>
                <a:ea typeface="微軟正黑體" panose="020B0604030504040204" pitchFamily="34" charset="-120"/>
              </a:rPr>
              <a:t>      </a:t>
            </a:r>
            <a:r>
              <a:rPr lang="en-US" altLang="zh-TW" dirty="0" err="1">
                <a:latin typeface="Consolas" panose="020B0609020204030204" pitchFamily="49" charset="0"/>
                <a:ea typeface="微軟正黑體" panose="020B0604030504040204" pitchFamily="34" charset="-120"/>
              </a:rPr>
              <a:t>value.var</a:t>
            </a:r>
            <a:r>
              <a:rPr lang="en-US" altLang="zh-TW" dirty="0">
                <a:latin typeface="Consolas" panose="020B0609020204030204" pitchFamily="49" charset="0"/>
                <a:ea typeface="微軟正黑體" panose="020B0604030504040204" pitchFamily="34" charset="-120"/>
              </a:rPr>
              <a:t>="</a:t>
            </a:r>
            <a:r>
              <a:rPr lang="zh-TW" altLang="en-US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展開欄位</a:t>
            </a:r>
            <a:r>
              <a:rPr lang="en-US" altLang="zh-TW" dirty="0">
                <a:latin typeface="Consolas" panose="020B0609020204030204" pitchFamily="49" charset="0"/>
                <a:ea typeface="微軟正黑體" panose="020B0604030504040204" pitchFamily="34" charset="-120"/>
              </a:rPr>
              <a:t>")</a:t>
            </a:r>
            <a:endParaRPr lang="en-GB" dirty="0">
              <a:latin typeface="Consolas" panose="020B0609020204030204" pitchFamily="49" charset="0"/>
              <a:ea typeface="微軟正黑體" panose="020B0604030504040204" pitchFamily="34" charset="-12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18C4C1-1498-3748-750F-9E108762BBBD}"/>
              </a:ext>
            </a:extLst>
          </p:cNvPr>
          <p:cNvSpPr txBox="1"/>
          <p:nvPr/>
        </p:nvSpPr>
        <p:spPr>
          <a:xfrm>
            <a:off x="7232209" y="6117047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chemeClr val="accent4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參照欄位</a:t>
            </a:r>
            <a:endParaRPr lang="en-GB" sz="2000" b="1" dirty="0">
              <a:solidFill>
                <a:schemeClr val="accent4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Left Brace 22">
            <a:extLst>
              <a:ext uri="{FF2B5EF4-FFF2-40B4-BE49-F238E27FC236}">
                <a16:creationId xmlns:a16="http://schemas.microsoft.com/office/drawing/2014/main" id="{1133BA55-10C8-3A39-E11B-B49F2FEEA1D0}"/>
              </a:ext>
            </a:extLst>
          </p:cNvPr>
          <p:cNvSpPr/>
          <p:nvPr/>
        </p:nvSpPr>
        <p:spPr>
          <a:xfrm rot="10800000">
            <a:off x="7099771" y="6511944"/>
            <a:ext cx="176584" cy="1020914"/>
          </a:xfrm>
          <a:prstGeom prst="leftBrace">
            <a:avLst>
              <a:gd name="adj1" fmla="val 49316"/>
              <a:gd name="adj2" fmla="val 50000"/>
            </a:avLst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6B200C3-88A1-3EFF-314C-A34568AF6B9B}"/>
              </a:ext>
            </a:extLst>
          </p:cNvPr>
          <p:cNvSpPr txBox="1"/>
          <p:nvPr/>
        </p:nvSpPr>
        <p:spPr>
          <a:xfrm>
            <a:off x="7226638" y="6847545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展開欄位</a:t>
            </a:r>
            <a:endParaRPr lang="en-GB" sz="2000" b="1" dirty="0">
              <a:solidFill>
                <a:schemeClr val="accent6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9F12345-BB78-DF3D-FCBF-DF2CA4F15104}"/>
              </a:ext>
            </a:extLst>
          </p:cNvPr>
          <p:cNvSpPr txBox="1"/>
          <p:nvPr/>
        </p:nvSpPr>
        <p:spPr>
          <a:xfrm>
            <a:off x="1933769" y="1309333"/>
            <a:ext cx="2947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長資料</a:t>
            </a:r>
            <a:endParaRPr lang="en-GB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AC7FA211-B7E1-C148-B1A7-3E7CE30B04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75170"/>
              </p:ext>
            </p:extLst>
          </p:nvPr>
        </p:nvGraphicFramePr>
        <p:xfrm>
          <a:off x="2471220" y="6121982"/>
          <a:ext cx="4617720" cy="1451127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154430">
                  <a:extLst>
                    <a:ext uri="{9D8B030D-6E8A-4147-A177-3AD203B41FA5}">
                      <a16:colId xmlns:a16="http://schemas.microsoft.com/office/drawing/2014/main" val="215621004"/>
                    </a:ext>
                  </a:extLst>
                </a:gridCol>
                <a:gridCol w="1154430">
                  <a:extLst>
                    <a:ext uri="{9D8B030D-6E8A-4147-A177-3AD203B41FA5}">
                      <a16:colId xmlns:a16="http://schemas.microsoft.com/office/drawing/2014/main" val="3266484332"/>
                    </a:ext>
                  </a:extLst>
                </a:gridCol>
                <a:gridCol w="1154430">
                  <a:extLst>
                    <a:ext uri="{9D8B030D-6E8A-4147-A177-3AD203B41FA5}">
                      <a16:colId xmlns:a16="http://schemas.microsoft.com/office/drawing/2014/main" val="2091498931"/>
                    </a:ext>
                  </a:extLst>
                </a:gridCol>
                <a:gridCol w="1154430">
                  <a:extLst>
                    <a:ext uri="{9D8B030D-6E8A-4147-A177-3AD203B41FA5}">
                      <a16:colId xmlns:a16="http://schemas.microsoft.com/office/drawing/2014/main" val="4924686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 err="1">
                          <a:solidFill>
                            <a:srgbClr val="00206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StuID</a:t>
                      </a:r>
                      <a:endParaRPr lang="en-GB" altLang="zh-TW" sz="1800" b="1" dirty="0">
                        <a:solidFill>
                          <a:srgbClr val="00206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TW" sz="1800" b="1" dirty="0">
                          <a:solidFill>
                            <a:srgbClr val="00206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Math</a:t>
                      </a:r>
                      <a:endParaRPr lang="en-GB" altLang="zh-TW" sz="1800" b="1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English</a:t>
                      </a:r>
                      <a:endParaRPr lang="en-GB" altLang="zh-TW" sz="1800" b="1" dirty="0"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9195354"/>
                  </a:ext>
                </a:extLst>
              </a:tr>
              <a:tr h="338607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John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80</a:t>
                      </a:r>
                      <a:endParaRPr lang="zh-TW" altLang="en-US" sz="18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70</a:t>
                      </a:r>
                      <a:endParaRPr lang="zh-TW" altLang="en-US" sz="18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extLst>
                  <a:ext uri="{0D108BD9-81ED-4DB2-BD59-A6C34878D82A}">
                    <a16:rowId xmlns:a16="http://schemas.microsoft.com/office/drawing/2014/main" val="285409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Robert</a:t>
                      </a:r>
                      <a:endParaRPr lang="en-GB" sz="18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90</a:t>
                      </a:r>
                      <a:endParaRPr lang="zh-TW" altLang="en-US" sz="18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75</a:t>
                      </a:r>
                      <a:endParaRPr lang="zh-TW" altLang="en-US" sz="18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extLst>
                  <a:ext uri="{0D108BD9-81ED-4DB2-BD59-A6C34878D82A}">
                    <a16:rowId xmlns:a16="http://schemas.microsoft.com/office/drawing/2014/main" val="2045876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Mary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85</a:t>
                      </a:r>
                      <a:endParaRPr lang="zh-TW" altLang="en-US" sz="18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95</a:t>
                      </a:r>
                      <a:endParaRPr lang="zh-TW" altLang="en-US" sz="18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extLst>
                  <a:ext uri="{0D108BD9-81ED-4DB2-BD59-A6C34878D82A}">
                    <a16:rowId xmlns:a16="http://schemas.microsoft.com/office/drawing/2014/main" val="3625249303"/>
                  </a:ext>
                </a:extLst>
              </a:tr>
            </a:tbl>
          </a:graphicData>
        </a:graphic>
      </p:graphicFrame>
      <p:sp>
        <p:nvSpPr>
          <p:cNvPr id="32" name="Left Brace 31">
            <a:extLst>
              <a:ext uri="{FF2B5EF4-FFF2-40B4-BE49-F238E27FC236}">
                <a16:creationId xmlns:a16="http://schemas.microsoft.com/office/drawing/2014/main" id="{4EB53A6E-92BF-DA90-B352-524DF6CA3DE8}"/>
              </a:ext>
            </a:extLst>
          </p:cNvPr>
          <p:cNvSpPr/>
          <p:nvPr/>
        </p:nvSpPr>
        <p:spPr>
          <a:xfrm rot="10800000">
            <a:off x="7099771" y="6139640"/>
            <a:ext cx="176584" cy="349141"/>
          </a:xfrm>
          <a:prstGeom prst="leftBrace">
            <a:avLst>
              <a:gd name="adj1" fmla="val 49316"/>
              <a:gd name="adj2" fmla="val 50000"/>
            </a:avLst>
          </a:prstGeom>
          <a:ln w="19050">
            <a:solidFill>
              <a:srgbClr val="BF9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87A4802-3669-5720-179B-630B50094F01}"/>
              </a:ext>
            </a:extLst>
          </p:cNvPr>
          <p:cNvSpPr txBox="1"/>
          <p:nvPr/>
        </p:nvSpPr>
        <p:spPr>
          <a:xfrm>
            <a:off x="1933769" y="6276075"/>
            <a:ext cx="2947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寬資料</a:t>
            </a:r>
            <a:endParaRPr lang="en-GB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Arrow: Down 33">
            <a:extLst>
              <a:ext uri="{FF2B5EF4-FFF2-40B4-BE49-F238E27FC236}">
                <a16:creationId xmlns:a16="http://schemas.microsoft.com/office/drawing/2014/main" id="{9FFD6201-FD12-CB27-EB42-DE928034B6E3}"/>
              </a:ext>
            </a:extLst>
          </p:cNvPr>
          <p:cNvSpPr/>
          <p:nvPr/>
        </p:nvSpPr>
        <p:spPr>
          <a:xfrm rot="10800000">
            <a:off x="4195158" y="3854774"/>
            <a:ext cx="584921" cy="1688846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7950204-C01D-4DA3-9BB2-8C27C51292B7}"/>
              </a:ext>
            </a:extLst>
          </p:cNvPr>
          <p:cNvSpPr txBox="1"/>
          <p:nvPr/>
        </p:nvSpPr>
        <p:spPr>
          <a:xfrm>
            <a:off x="-425775" y="4054781"/>
            <a:ext cx="4407540" cy="147732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en-GB" altLang="zh-TW" dirty="0">
                <a:latin typeface="Consolas" panose="020B0609020204030204" pitchFamily="49" charset="0"/>
                <a:ea typeface="微軟正黑體" panose="020B0604030504040204" pitchFamily="34" charset="-120"/>
              </a:rPr>
              <a:t>melt(</a:t>
            </a:r>
            <a:r>
              <a:rPr lang="zh-TW" altLang="en-US" dirty="0">
                <a:latin typeface="Consolas" panose="020B0609020204030204" pitchFamily="49" charset="0"/>
                <a:ea typeface="微軟正黑體" panose="020B0604030504040204" pitchFamily="34" charset="-120"/>
              </a:rPr>
              <a:t>資料</a:t>
            </a:r>
            <a:r>
              <a:rPr lang="en-US" altLang="zh-TW" dirty="0">
                <a:latin typeface="Consolas" panose="020B0609020204030204" pitchFamily="49" charset="0"/>
                <a:ea typeface="微軟正黑體" panose="020B0604030504040204" pitchFamily="34" charset="-120"/>
              </a:rPr>
              <a:t>,</a:t>
            </a:r>
          </a:p>
          <a:p>
            <a:r>
              <a:rPr lang="zh-TW" altLang="en-US" dirty="0">
                <a:latin typeface="Consolas" panose="020B0609020204030204" pitchFamily="49" charset="0"/>
                <a:ea typeface="微軟正黑體" panose="020B0604030504040204" pitchFamily="34" charset="-120"/>
              </a:rPr>
              <a:t>     </a:t>
            </a:r>
            <a:r>
              <a:rPr lang="en-GB" altLang="zh-TW" dirty="0" err="1">
                <a:latin typeface="Consolas" panose="020B0609020204030204" pitchFamily="49" charset="0"/>
                <a:ea typeface="微軟正黑體" panose="020B0604030504040204" pitchFamily="34" charset="-120"/>
              </a:rPr>
              <a:t>id.vars</a:t>
            </a:r>
            <a:r>
              <a:rPr lang="en-GB" altLang="zh-TW" dirty="0">
                <a:latin typeface="Consolas" panose="020B0609020204030204" pitchFamily="49" charset="0"/>
                <a:ea typeface="微軟正黑體" panose="020B0604030504040204" pitchFamily="34" charset="-120"/>
              </a:rPr>
              <a:t>=c("</a:t>
            </a:r>
            <a:r>
              <a:rPr lang="zh-TW" altLang="en-US" b="1" dirty="0">
                <a:solidFill>
                  <a:srgbClr val="002060"/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保留欄位</a:t>
            </a:r>
            <a:r>
              <a:rPr lang="en-US" altLang="zh-TW" dirty="0">
                <a:latin typeface="Consolas" panose="020B0609020204030204" pitchFamily="49" charset="0"/>
                <a:ea typeface="微軟正黑體" panose="020B0604030504040204" pitchFamily="34" charset="-120"/>
              </a:rPr>
              <a:t>", ...),</a:t>
            </a:r>
          </a:p>
          <a:p>
            <a:r>
              <a:rPr lang="zh-TW" altLang="en-US" dirty="0">
                <a:latin typeface="Consolas" panose="020B0609020204030204" pitchFamily="49" charset="0"/>
                <a:ea typeface="微軟正黑體" panose="020B0604030504040204" pitchFamily="34" charset="-120"/>
              </a:rPr>
              <a:t>     </a:t>
            </a:r>
            <a:r>
              <a:rPr lang="en-GB" altLang="zh-TW" dirty="0" err="1">
                <a:latin typeface="Consolas" panose="020B0609020204030204" pitchFamily="49" charset="0"/>
                <a:ea typeface="微軟正黑體" panose="020B0604030504040204" pitchFamily="34" charset="-120"/>
              </a:rPr>
              <a:t>measure.vars</a:t>
            </a:r>
            <a:r>
              <a:rPr lang="en-GB" altLang="zh-TW" dirty="0">
                <a:latin typeface="Consolas" panose="020B0609020204030204" pitchFamily="49" charset="0"/>
                <a:ea typeface="微軟正黑體" panose="020B0604030504040204" pitchFamily="34" charset="-120"/>
              </a:rPr>
              <a:t>="</a:t>
            </a:r>
            <a:r>
              <a:rPr lang="zh-TW" altLang="en-US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展開欄位</a:t>
            </a:r>
            <a:r>
              <a:rPr lang="en-US" altLang="zh-TW" dirty="0">
                <a:latin typeface="Consolas" panose="020B0609020204030204" pitchFamily="49" charset="0"/>
                <a:ea typeface="微軟正黑體" panose="020B0604030504040204" pitchFamily="34" charset="-120"/>
              </a:rPr>
              <a:t>",</a:t>
            </a:r>
          </a:p>
          <a:p>
            <a:r>
              <a:rPr lang="zh-TW" altLang="en-US" dirty="0">
                <a:latin typeface="Consolas" panose="020B0609020204030204" pitchFamily="49" charset="0"/>
                <a:ea typeface="微軟正黑體" panose="020B0604030504040204" pitchFamily="34" charset="-120"/>
              </a:rPr>
              <a:t>     </a:t>
            </a:r>
            <a:r>
              <a:rPr lang="en-GB" altLang="zh-TW" dirty="0">
                <a:latin typeface="Consolas" panose="020B0609020204030204" pitchFamily="49" charset="0"/>
                <a:ea typeface="微軟正黑體" panose="020B0604030504040204" pitchFamily="34" charset="-120"/>
              </a:rPr>
              <a:t>variable.name="</a:t>
            </a:r>
            <a:r>
              <a:rPr lang="zh-TW" altLang="en-US" b="1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參照欄位名稱</a:t>
            </a:r>
            <a:r>
              <a:rPr lang="en-US" altLang="zh-TW" dirty="0">
                <a:latin typeface="Consolas" panose="020B0609020204030204" pitchFamily="49" charset="0"/>
                <a:ea typeface="微軟正黑體" panose="020B0604030504040204" pitchFamily="34" charset="-120"/>
              </a:rPr>
              <a:t>",</a:t>
            </a:r>
          </a:p>
          <a:p>
            <a:r>
              <a:rPr lang="zh-TW" altLang="en-US" dirty="0">
                <a:latin typeface="Consolas" panose="020B0609020204030204" pitchFamily="49" charset="0"/>
                <a:ea typeface="微軟正黑體" panose="020B0604030504040204" pitchFamily="34" charset="-120"/>
              </a:rPr>
              <a:t>     </a:t>
            </a:r>
            <a:r>
              <a:rPr lang="en-GB" altLang="zh-TW" dirty="0">
                <a:latin typeface="Consolas" panose="020B0609020204030204" pitchFamily="49" charset="0"/>
                <a:ea typeface="微軟正黑體" panose="020B0604030504040204" pitchFamily="34" charset="-120"/>
              </a:rPr>
              <a:t>value.name="</a:t>
            </a:r>
            <a:r>
              <a:rPr lang="zh-TW" altLang="en-US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微軟正黑體" panose="020B0604030504040204" pitchFamily="34" charset="-120"/>
              </a:rPr>
              <a:t>展開欄位名稱</a:t>
            </a:r>
            <a:r>
              <a:rPr lang="en-US" altLang="zh-TW" dirty="0">
                <a:latin typeface="Consolas" panose="020B0609020204030204" pitchFamily="49" charset="0"/>
                <a:ea typeface="微軟正黑體" panose="020B0604030504040204" pitchFamily="34" charset="-120"/>
              </a:rPr>
              <a:t>")</a:t>
            </a:r>
            <a:endParaRPr lang="en-GB" dirty="0">
              <a:latin typeface="Consolas" panose="020B0609020204030204" pitchFamily="49" charset="0"/>
              <a:ea typeface="微軟正黑體" panose="020B0604030504040204" pitchFamily="34" charset="-12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5670296-4575-7130-9360-4805C35EBFE9}"/>
              </a:ext>
            </a:extLst>
          </p:cNvPr>
          <p:cNvSpPr txBox="1"/>
          <p:nvPr/>
        </p:nvSpPr>
        <p:spPr>
          <a:xfrm>
            <a:off x="3068012" y="508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保留欄位</a:t>
            </a:r>
            <a:endParaRPr lang="en-GB" b="1" dirty="0">
              <a:solidFill>
                <a:srgbClr val="00206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3E95722-94B7-7AB3-98DC-CBA9BFE78792}"/>
              </a:ext>
            </a:extLst>
          </p:cNvPr>
          <p:cNvSpPr txBox="1"/>
          <p:nvPr/>
        </p:nvSpPr>
        <p:spPr>
          <a:xfrm>
            <a:off x="5958639" y="508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展開欄位</a:t>
            </a:r>
            <a:endParaRPr lang="en-GB" b="1" dirty="0">
              <a:solidFill>
                <a:schemeClr val="accent6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B821DCF-F942-B4AB-1762-F8774868B91E}"/>
              </a:ext>
            </a:extLst>
          </p:cNvPr>
          <p:cNvSpPr txBox="1"/>
          <p:nvPr/>
        </p:nvSpPr>
        <p:spPr>
          <a:xfrm>
            <a:off x="4811003" y="508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chemeClr val="accent4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參照欄位</a:t>
            </a:r>
            <a:endParaRPr lang="en-GB" b="1" dirty="0">
              <a:solidFill>
                <a:schemeClr val="accent4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Left Brace 37">
            <a:extLst>
              <a:ext uri="{FF2B5EF4-FFF2-40B4-BE49-F238E27FC236}">
                <a16:creationId xmlns:a16="http://schemas.microsoft.com/office/drawing/2014/main" id="{F8C0BABC-7BE3-7F32-EAFF-44BB3217C5B0}"/>
              </a:ext>
            </a:extLst>
          </p:cNvPr>
          <p:cNvSpPr/>
          <p:nvPr/>
        </p:nvSpPr>
        <p:spPr>
          <a:xfrm rot="5400000">
            <a:off x="3511372" y="-639854"/>
            <a:ext cx="239390" cy="2298030"/>
          </a:xfrm>
          <a:prstGeom prst="leftBrace">
            <a:avLst>
              <a:gd name="adj1" fmla="val 49316"/>
              <a:gd name="adj2" fmla="val 50000"/>
            </a:avLst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Left Brace 38">
            <a:extLst>
              <a:ext uri="{FF2B5EF4-FFF2-40B4-BE49-F238E27FC236}">
                <a16:creationId xmlns:a16="http://schemas.microsoft.com/office/drawing/2014/main" id="{E3CB0B67-FB35-0079-80FB-A9BE54AA0507}"/>
              </a:ext>
            </a:extLst>
          </p:cNvPr>
          <p:cNvSpPr/>
          <p:nvPr/>
        </p:nvSpPr>
        <p:spPr>
          <a:xfrm rot="5400000">
            <a:off x="6402724" y="-47711"/>
            <a:ext cx="239391" cy="1111381"/>
          </a:xfrm>
          <a:prstGeom prst="leftBrace">
            <a:avLst>
              <a:gd name="adj1" fmla="val 49316"/>
              <a:gd name="adj2" fmla="val 50000"/>
            </a:avLst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1" name="Left Brace 40">
            <a:extLst>
              <a:ext uri="{FF2B5EF4-FFF2-40B4-BE49-F238E27FC236}">
                <a16:creationId xmlns:a16="http://schemas.microsoft.com/office/drawing/2014/main" id="{53A825BE-5B2D-F77B-D5FB-27DC9E2B21E6}"/>
              </a:ext>
            </a:extLst>
          </p:cNvPr>
          <p:cNvSpPr/>
          <p:nvPr/>
        </p:nvSpPr>
        <p:spPr>
          <a:xfrm rot="5400000">
            <a:off x="5255080" y="-77230"/>
            <a:ext cx="239391" cy="1167727"/>
          </a:xfrm>
          <a:prstGeom prst="leftBrace">
            <a:avLst>
              <a:gd name="adj1" fmla="val 49316"/>
              <a:gd name="adj2" fmla="val 50000"/>
            </a:avLst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6">
                  <a:lumMod val="50000"/>
                </a:schemeClr>
              </a:solidFill>
            </a:endParaRPr>
          </a:p>
        </p:txBody>
      </p:sp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621FB72C-70E5-3105-5889-16316B73D0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9386585"/>
              </p:ext>
            </p:extLst>
          </p:nvPr>
        </p:nvGraphicFramePr>
        <p:xfrm>
          <a:off x="2471220" y="627675"/>
          <a:ext cx="4617720" cy="2563647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154430">
                  <a:extLst>
                    <a:ext uri="{9D8B030D-6E8A-4147-A177-3AD203B41FA5}">
                      <a16:colId xmlns:a16="http://schemas.microsoft.com/office/drawing/2014/main" val="215621004"/>
                    </a:ext>
                  </a:extLst>
                </a:gridCol>
                <a:gridCol w="1154430">
                  <a:extLst>
                    <a:ext uri="{9D8B030D-6E8A-4147-A177-3AD203B41FA5}">
                      <a16:colId xmlns:a16="http://schemas.microsoft.com/office/drawing/2014/main" val="3266484332"/>
                    </a:ext>
                  </a:extLst>
                </a:gridCol>
                <a:gridCol w="1154430">
                  <a:extLst>
                    <a:ext uri="{9D8B030D-6E8A-4147-A177-3AD203B41FA5}">
                      <a16:colId xmlns:a16="http://schemas.microsoft.com/office/drawing/2014/main" val="2091498931"/>
                    </a:ext>
                  </a:extLst>
                </a:gridCol>
                <a:gridCol w="1154430">
                  <a:extLst>
                    <a:ext uri="{9D8B030D-6E8A-4147-A177-3AD203B41FA5}">
                      <a16:colId xmlns:a16="http://schemas.microsoft.com/office/drawing/2014/main" val="4924686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 err="1">
                          <a:solidFill>
                            <a:srgbClr val="00206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StuID</a:t>
                      </a:r>
                      <a:endParaRPr lang="en-GB" altLang="zh-TW" sz="1800" b="1" dirty="0">
                        <a:solidFill>
                          <a:srgbClr val="00206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TW" sz="1800" b="1" dirty="0">
                          <a:solidFill>
                            <a:srgbClr val="00206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TW" sz="1800" b="1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Subject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Score</a:t>
                      </a:r>
                      <a:endParaRPr lang="en-GB" altLang="zh-TW" sz="1800" b="1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9195354"/>
                  </a:ext>
                </a:extLst>
              </a:tr>
              <a:tr h="338607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John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Math</a:t>
                      </a:r>
                      <a:endParaRPr lang="zh-TW" altLang="en-US" sz="18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80</a:t>
                      </a:r>
                      <a:endParaRPr lang="zh-TW" altLang="en-US" sz="18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extLst>
                  <a:ext uri="{0D108BD9-81ED-4DB2-BD59-A6C34878D82A}">
                    <a16:rowId xmlns:a16="http://schemas.microsoft.com/office/drawing/2014/main" val="285409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John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English</a:t>
                      </a:r>
                      <a:endParaRPr lang="zh-TW" altLang="en-US" sz="18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70</a:t>
                      </a:r>
                      <a:endParaRPr lang="zh-TW" altLang="en-US" sz="18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extLst>
                  <a:ext uri="{0D108BD9-81ED-4DB2-BD59-A6C34878D82A}">
                    <a16:rowId xmlns:a16="http://schemas.microsoft.com/office/drawing/2014/main" val="485301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Robert</a:t>
                      </a:r>
                      <a:endParaRPr lang="en-GB" sz="18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Math</a:t>
                      </a:r>
                      <a:endParaRPr lang="zh-TW" altLang="en-US" sz="18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90</a:t>
                      </a:r>
                      <a:endParaRPr lang="zh-TW" altLang="en-US" sz="18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extLst>
                  <a:ext uri="{0D108BD9-81ED-4DB2-BD59-A6C34878D82A}">
                    <a16:rowId xmlns:a16="http://schemas.microsoft.com/office/drawing/2014/main" val="2045876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Robert</a:t>
                      </a:r>
                      <a:endParaRPr lang="en-GB" sz="18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English</a:t>
                      </a:r>
                      <a:endParaRPr lang="zh-TW" altLang="en-US" sz="18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75</a:t>
                      </a:r>
                      <a:endParaRPr lang="zh-TW" altLang="en-US" sz="18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extLst>
                  <a:ext uri="{0D108BD9-81ED-4DB2-BD59-A6C34878D82A}">
                    <a16:rowId xmlns:a16="http://schemas.microsoft.com/office/drawing/2014/main" val="27800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Mary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Math</a:t>
                      </a:r>
                      <a:endParaRPr lang="zh-TW" altLang="en-US" sz="18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85</a:t>
                      </a:r>
                      <a:endParaRPr lang="zh-TW" altLang="en-US" sz="18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extLst>
                  <a:ext uri="{0D108BD9-81ED-4DB2-BD59-A6C34878D82A}">
                    <a16:rowId xmlns:a16="http://schemas.microsoft.com/office/drawing/2014/main" val="9709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Mary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English</a:t>
                      </a:r>
                      <a:endParaRPr lang="zh-TW" altLang="en-US" sz="18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95</a:t>
                      </a:r>
                      <a:endParaRPr lang="zh-TW" altLang="en-US" sz="18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extLst>
                  <a:ext uri="{0D108BD9-81ED-4DB2-BD59-A6C34878D82A}">
                    <a16:rowId xmlns:a16="http://schemas.microsoft.com/office/drawing/2014/main" val="3625249303"/>
                  </a:ext>
                </a:extLst>
              </a:tr>
            </a:tbl>
          </a:graphicData>
        </a:graphic>
      </p:graphicFrame>
      <p:sp>
        <p:nvSpPr>
          <p:cNvPr id="45" name="TextBox 44">
            <a:extLst>
              <a:ext uri="{FF2B5EF4-FFF2-40B4-BE49-F238E27FC236}">
                <a16:creationId xmlns:a16="http://schemas.microsoft.com/office/drawing/2014/main" id="{8014382C-89E3-80AF-F047-FB05E023EFAC}"/>
              </a:ext>
            </a:extLst>
          </p:cNvPr>
          <p:cNvSpPr txBox="1"/>
          <p:nvPr/>
        </p:nvSpPr>
        <p:spPr>
          <a:xfrm>
            <a:off x="3068012" y="554362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保留欄位</a:t>
            </a:r>
            <a:endParaRPr lang="en-GB" b="1" dirty="0">
              <a:solidFill>
                <a:srgbClr val="00206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6" name="Left Brace 45">
            <a:extLst>
              <a:ext uri="{FF2B5EF4-FFF2-40B4-BE49-F238E27FC236}">
                <a16:creationId xmlns:a16="http://schemas.microsoft.com/office/drawing/2014/main" id="{41898134-3D69-5583-27C0-581E0B5FC0BA}"/>
              </a:ext>
            </a:extLst>
          </p:cNvPr>
          <p:cNvSpPr/>
          <p:nvPr/>
        </p:nvSpPr>
        <p:spPr>
          <a:xfrm rot="5400000">
            <a:off x="3511372" y="4852966"/>
            <a:ext cx="239390" cy="2298030"/>
          </a:xfrm>
          <a:prstGeom prst="leftBrace">
            <a:avLst>
              <a:gd name="adj1" fmla="val 49316"/>
              <a:gd name="adj2" fmla="val 50000"/>
            </a:avLst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55847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EEF11429-7544-DD6F-0E7A-2F3EE48CDE61}"/>
              </a:ext>
            </a:extLst>
          </p:cNvPr>
          <p:cNvSpPr/>
          <p:nvPr/>
        </p:nvSpPr>
        <p:spPr>
          <a:xfrm>
            <a:off x="1757680" y="1595120"/>
            <a:ext cx="6114855" cy="167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0280B3-B6C3-0007-770B-0720A8A0F725}"/>
              </a:ext>
            </a:extLst>
          </p:cNvPr>
          <p:cNvSpPr txBox="1"/>
          <p:nvPr/>
        </p:nvSpPr>
        <p:spPr>
          <a:xfrm>
            <a:off x="1868975" y="1705012"/>
            <a:ext cx="4417687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altLang="zh-TW" dirty="0" err="1">
                <a:latin typeface="Consolas" panose="020B0609020204030204" pitchFamily="49" charset="0"/>
                <a:ea typeface="微軟正黑體" panose="020B0604030504040204" pitchFamily="34" charset="-120"/>
              </a:rPr>
              <a:t>ggplot</a:t>
            </a:r>
            <a:r>
              <a:rPr lang="en-GB" altLang="zh-TW" dirty="0">
                <a:latin typeface="Consolas" panose="020B0609020204030204" pitchFamily="49" charset="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latin typeface="Consolas" panose="020B0609020204030204" pitchFamily="49" charset="0"/>
                <a:ea typeface="微軟正黑體" panose="020B0604030504040204" pitchFamily="34" charset="-120"/>
              </a:rPr>
              <a:t>資料</a:t>
            </a:r>
            <a:r>
              <a:rPr lang="en-US" altLang="zh-TW" dirty="0">
                <a:latin typeface="Consolas" panose="020B0609020204030204" pitchFamily="49" charset="0"/>
                <a:ea typeface="微軟正黑體" panose="020B0604030504040204" pitchFamily="34" charset="-120"/>
              </a:rPr>
              <a:t>, mapping=</a:t>
            </a:r>
            <a:r>
              <a:rPr lang="en-US" altLang="zh-TW" dirty="0" err="1">
                <a:latin typeface="Consolas" panose="020B0609020204030204" pitchFamily="49" charset="0"/>
                <a:ea typeface="微軟正黑體" panose="020B0604030504040204" pitchFamily="34" charset="-120"/>
              </a:rPr>
              <a:t>aes</a:t>
            </a:r>
            <a:r>
              <a:rPr lang="en-US" altLang="zh-TW" dirty="0">
                <a:latin typeface="Consolas" panose="020B0609020204030204" pitchFamily="49" charset="0"/>
                <a:ea typeface="微軟正黑體" panose="020B0604030504040204" pitchFamily="34" charset="-120"/>
              </a:rPr>
              <a:t>(x=, y=))+</a:t>
            </a:r>
            <a:endParaRPr lang="en-GB" altLang="zh-TW" dirty="0">
              <a:latin typeface="Consolas" panose="020B0609020204030204" pitchFamily="49" charset="0"/>
              <a:ea typeface="微軟正黑體" panose="020B0604030504040204" pitchFamily="34" charset="-12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1FF31D-5969-3C2E-5FEC-355D72F2B446}"/>
              </a:ext>
            </a:extLst>
          </p:cNvPr>
          <p:cNvSpPr txBox="1"/>
          <p:nvPr/>
        </p:nvSpPr>
        <p:spPr>
          <a:xfrm>
            <a:off x="6302875" y="1716551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1104900" algn="l"/>
              </a:tabLst>
            </a:pPr>
            <a:r>
              <a:rPr lang="zh-TW" altLang="en-US" b="1" dirty="0">
                <a:solidFill>
                  <a:schemeClr val="accent4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資料與座標軸</a:t>
            </a:r>
            <a:endParaRPr lang="en-GB" b="1" dirty="0">
              <a:solidFill>
                <a:schemeClr val="accent4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79EAD4-317F-90F1-4791-F5E0E80A5678}"/>
              </a:ext>
            </a:extLst>
          </p:cNvPr>
          <p:cNvSpPr txBox="1"/>
          <p:nvPr/>
        </p:nvSpPr>
        <p:spPr>
          <a:xfrm>
            <a:off x="1868975" y="2074344"/>
            <a:ext cx="4417687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TW" altLang="en-US" dirty="0">
                <a:latin typeface="Consolas" panose="020B0609020204030204" pitchFamily="49" charset="0"/>
                <a:ea typeface="微軟正黑體" panose="020B0604030504040204" pitchFamily="34" charset="-120"/>
              </a:rPr>
              <a:t>   </a:t>
            </a:r>
            <a:r>
              <a:rPr lang="en-GB" altLang="zh-TW" dirty="0" err="1">
                <a:latin typeface="Consolas" panose="020B0609020204030204" pitchFamily="49" charset="0"/>
                <a:ea typeface="微軟正黑體" panose="020B0604030504040204" pitchFamily="34" charset="-120"/>
              </a:rPr>
              <a:t>geom_XX</a:t>
            </a:r>
            <a:r>
              <a:rPr lang="en-GB" altLang="zh-TW" dirty="0">
                <a:latin typeface="Consolas" panose="020B0609020204030204" pitchFamily="49" charset="0"/>
                <a:ea typeface="微軟正黑體" panose="020B0604030504040204" pitchFamily="34" charset="-120"/>
              </a:rPr>
              <a:t>()+</a:t>
            </a:r>
            <a:endParaRPr lang="en-US" altLang="zh-TW" dirty="0">
              <a:latin typeface="Consolas" panose="020B0609020204030204" pitchFamily="49" charset="0"/>
              <a:ea typeface="微軟正黑體" panose="020B0604030504040204" pitchFamily="34" charset="-12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5837E1-9A42-F0BD-1AC8-CA290A15BA6B}"/>
              </a:ext>
            </a:extLst>
          </p:cNvPr>
          <p:cNvSpPr txBox="1"/>
          <p:nvPr/>
        </p:nvSpPr>
        <p:spPr>
          <a:xfrm>
            <a:off x="1868975" y="2807928"/>
            <a:ext cx="4417687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TW" altLang="en-US" dirty="0">
                <a:latin typeface="Consolas" panose="020B0609020204030204" pitchFamily="49" charset="0"/>
                <a:ea typeface="微軟正黑體" panose="020B0604030504040204" pitchFamily="34" charset="-120"/>
              </a:rPr>
              <a:t>   </a:t>
            </a:r>
            <a:r>
              <a:rPr lang="en-GB" altLang="zh-TW" dirty="0">
                <a:latin typeface="Consolas" panose="020B0609020204030204" pitchFamily="49" charset="0"/>
                <a:ea typeface="微軟正黑體" panose="020B0604030504040204" pitchFamily="34" charset="-120"/>
              </a:rPr>
              <a:t>theme()</a:t>
            </a:r>
            <a:endParaRPr lang="en-US" altLang="zh-TW" dirty="0">
              <a:latin typeface="Consolas" panose="020B0609020204030204" pitchFamily="49" charset="0"/>
              <a:ea typeface="微軟正黑體" panose="020B0604030504040204" pitchFamily="34" charset="-12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A38F76-6B5C-88AF-AFEF-858D6F59A6CE}"/>
              </a:ext>
            </a:extLst>
          </p:cNvPr>
          <p:cNvSpPr txBox="1"/>
          <p:nvPr/>
        </p:nvSpPr>
        <p:spPr>
          <a:xfrm>
            <a:off x="1868975" y="2439980"/>
            <a:ext cx="4417687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TW" altLang="en-US" dirty="0">
                <a:latin typeface="Consolas" panose="020B0609020204030204" pitchFamily="49" charset="0"/>
                <a:ea typeface="微軟正黑體" panose="020B0604030504040204" pitchFamily="34" charset="-120"/>
              </a:rPr>
              <a:t>   </a:t>
            </a:r>
            <a:r>
              <a:rPr lang="en-US" altLang="zh-TW" dirty="0" err="1">
                <a:latin typeface="Consolas" panose="020B0609020204030204" pitchFamily="49" charset="0"/>
                <a:ea typeface="微軟正黑體" panose="020B0604030504040204" pitchFamily="34" charset="-120"/>
              </a:rPr>
              <a:t>scale_XX_XX</a:t>
            </a:r>
            <a:r>
              <a:rPr lang="en-US" altLang="zh-TW" dirty="0">
                <a:latin typeface="Consolas" panose="020B0609020204030204" pitchFamily="49" charset="0"/>
                <a:ea typeface="微軟正黑體" panose="020B0604030504040204" pitchFamily="34" charset="-120"/>
              </a:rPr>
              <a:t>()+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2C1DF9-AB95-48E0-BB26-0A3DE4BCF800}"/>
              </a:ext>
            </a:extLst>
          </p:cNvPr>
          <p:cNvSpPr txBox="1"/>
          <p:nvPr/>
        </p:nvSpPr>
        <p:spPr>
          <a:xfrm>
            <a:off x="6302875" y="207434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圖表類型</a:t>
            </a:r>
            <a:endParaRPr lang="en-GB" altLang="zh-TW" b="1" dirty="0">
              <a:solidFill>
                <a:srgbClr val="00206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879265-048F-CB33-7B08-F2B47980CD53}"/>
              </a:ext>
            </a:extLst>
          </p:cNvPr>
          <p:cNvSpPr txBox="1"/>
          <p:nvPr/>
        </p:nvSpPr>
        <p:spPr>
          <a:xfrm>
            <a:off x="6302875" y="246023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尺度設定</a:t>
            </a:r>
            <a:endParaRPr lang="en-GB" altLang="zh-TW" b="1" dirty="0">
              <a:solidFill>
                <a:schemeClr val="accent6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234B2C-C71A-FA1D-D189-25844849FCD6}"/>
              </a:ext>
            </a:extLst>
          </p:cNvPr>
          <p:cNvSpPr txBox="1"/>
          <p:nvPr/>
        </p:nvSpPr>
        <p:spPr>
          <a:xfrm>
            <a:off x="6302875" y="282042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chemeClr val="accent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主題設定</a:t>
            </a:r>
            <a:endParaRPr lang="en-GB" altLang="zh-TW" b="1" dirty="0">
              <a:solidFill>
                <a:schemeClr val="accent2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074205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0E54AA94-642F-0F43-55E2-AFD83861EEC4}"/>
              </a:ext>
            </a:extLst>
          </p:cNvPr>
          <p:cNvSpPr/>
          <p:nvPr/>
        </p:nvSpPr>
        <p:spPr>
          <a:xfrm>
            <a:off x="8917382" y="5559572"/>
            <a:ext cx="2159564" cy="15849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113EBBB2-7274-6614-7FA7-36C499129D3D}"/>
              </a:ext>
            </a:extLst>
          </p:cNvPr>
          <p:cNvSpPr/>
          <p:nvPr/>
        </p:nvSpPr>
        <p:spPr>
          <a:xfrm>
            <a:off x="3332702" y="2043680"/>
            <a:ext cx="2159563" cy="14362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07" name="Picture 306">
            <a:extLst>
              <a:ext uri="{FF2B5EF4-FFF2-40B4-BE49-F238E27FC236}">
                <a16:creationId xmlns:a16="http://schemas.microsoft.com/office/drawing/2014/main" id="{EDBAC1F0-E01E-1893-A6D5-82824312AEE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0844" y="5674289"/>
            <a:ext cx="1931878" cy="1424157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44933EF-3650-9326-90EA-7BFE3136E403}"/>
              </a:ext>
            </a:extLst>
          </p:cNvPr>
          <p:cNvCxnSpPr>
            <a:cxnSpLocks/>
          </p:cNvCxnSpPr>
          <p:nvPr/>
        </p:nvCxnSpPr>
        <p:spPr>
          <a:xfrm flipV="1">
            <a:off x="958715" y="116082"/>
            <a:ext cx="0" cy="1439694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A2DB49A-E513-18EB-2DE3-9695CA5ED5D6}"/>
              </a:ext>
            </a:extLst>
          </p:cNvPr>
          <p:cNvCxnSpPr>
            <a:cxnSpLocks/>
          </p:cNvCxnSpPr>
          <p:nvPr/>
        </p:nvCxnSpPr>
        <p:spPr>
          <a:xfrm>
            <a:off x="841983" y="1419588"/>
            <a:ext cx="1945532" cy="0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B4954C16-ABE6-C996-8B70-6A9A2F8B1A82}"/>
              </a:ext>
            </a:extLst>
          </p:cNvPr>
          <p:cNvSpPr/>
          <p:nvPr/>
        </p:nvSpPr>
        <p:spPr>
          <a:xfrm>
            <a:off x="1100847" y="925694"/>
            <a:ext cx="81279" cy="81279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373308C-1C31-5119-5AF8-9048EF98F663}"/>
              </a:ext>
            </a:extLst>
          </p:cNvPr>
          <p:cNvSpPr/>
          <p:nvPr/>
        </p:nvSpPr>
        <p:spPr>
          <a:xfrm>
            <a:off x="1314207" y="795289"/>
            <a:ext cx="81279" cy="81279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EACBB76-F67E-B7DD-DC0E-F6568016442D}"/>
              </a:ext>
            </a:extLst>
          </p:cNvPr>
          <p:cNvSpPr/>
          <p:nvPr/>
        </p:nvSpPr>
        <p:spPr>
          <a:xfrm>
            <a:off x="1507247" y="953901"/>
            <a:ext cx="81279" cy="81279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EB9800F-E34E-F193-D50D-BBE97F83D8C8}"/>
              </a:ext>
            </a:extLst>
          </p:cNvPr>
          <p:cNvSpPr/>
          <p:nvPr/>
        </p:nvSpPr>
        <p:spPr>
          <a:xfrm>
            <a:off x="1425968" y="565416"/>
            <a:ext cx="81279" cy="81279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0C4C829-985D-AB87-D479-45A83D3FA581}"/>
              </a:ext>
            </a:extLst>
          </p:cNvPr>
          <p:cNvSpPr/>
          <p:nvPr/>
        </p:nvSpPr>
        <p:spPr>
          <a:xfrm>
            <a:off x="1232928" y="548342"/>
            <a:ext cx="81279" cy="81279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4FABFF6-469A-6851-E4BA-D192B8D49F74}"/>
              </a:ext>
            </a:extLst>
          </p:cNvPr>
          <p:cNvSpPr/>
          <p:nvPr/>
        </p:nvSpPr>
        <p:spPr>
          <a:xfrm>
            <a:off x="1762384" y="523207"/>
            <a:ext cx="81279" cy="81279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4FEB701-1BB6-6099-675B-7C57C40001CE}"/>
              </a:ext>
            </a:extLst>
          </p:cNvPr>
          <p:cNvSpPr/>
          <p:nvPr/>
        </p:nvSpPr>
        <p:spPr>
          <a:xfrm>
            <a:off x="1820087" y="844415"/>
            <a:ext cx="81279" cy="81279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6C46779-B0E6-A281-1502-3EA0C11A1382}"/>
              </a:ext>
            </a:extLst>
          </p:cNvPr>
          <p:cNvSpPr/>
          <p:nvPr/>
        </p:nvSpPr>
        <p:spPr>
          <a:xfrm>
            <a:off x="1642922" y="714010"/>
            <a:ext cx="81279" cy="81279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33290FD-CC8C-E147-3FD7-AFB5CE6BB614}"/>
              </a:ext>
            </a:extLst>
          </p:cNvPr>
          <p:cNvSpPr/>
          <p:nvPr/>
        </p:nvSpPr>
        <p:spPr>
          <a:xfrm>
            <a:off x="2077235" y="446007"/>
            <a:ext cx="81279" cy="81279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4DBE1E0-4A44-0F4A-C810-A9873F86CE07}"/>
              </a:ext>
            </a:extLst>
          </p:cNvPr>
          <p:cNvSpPr/>
          <p:nvPr/>
        </p:nvSpPr>
        <p:spPr>
          <a:xfrm>
            <a:off x="2220110" y="782825"/>
            <a:ext cx="81279" cy="81279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0F9E2FE-60E2-76A0-FA36-7B89D119EB24}"/>
              </a:ext>
            </a:extLst>
          </p:cNvPr>
          <p:cNvSpPr/>
          <p:nvPr/>
        </p:nvSpPr>
        <p:spPr>
          <a:xfrm>
            <a:off x="2036595" y="1155899"/>
            <a:ext cx="81279" cy="81279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B02F9AC-4A90-144E-966B-01B28F4D4228}"/>
              </a:ext>
            </a:extLst>
          </p:cNvPr>
          <p:cNvSpPr/>
          <p:nvPr/>
        </p:nvSpPr>
        <p:spPr>
          <a:xfrm>
            <a:off x="2033447" y="742383"/>
            <a:ext cx="81279" cy="81279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2AC4342-D734-2F7D-E62A-B9C53209269A}"/>
              </a:ext>
            </a:extLst>
          </p:cNvPr>
          <p:cNvSpPr/>
          <p:nvPr/>
        </p:nvSpPr>
        <p:spPr>
          <a:xfrm>
            <a:off x="2392086" y="467063"/>
            <a:ext cx="81279" cy="81279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B8BAA62-0035-57BA-5B85-AFDE2BEA05E3}"/>
              </a:ext>
            </a:extLst>
          </p:cNvPr>
          <p:cNvSpPr/>
          <p:nvPr/>
        </p:nvSpPr>
        <p:spPr>
          <a:xfrm>
            <a:off x="2552106" y="702783"/>
            <a:ext cx="81279" cy="81279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D7C3B01-C09C-0FFC-54A7-E3ACA8D74672}"/>
              </a:ext>
            </a:extLst>
          </p:cNvPr>
          <p:cNvSpPr/>
          <p:nvPr/>
        </p:nvSpPr>
        <p:spPr>
          <a:xfrm>
            <a:off x="2539327" y="988546"/>
            <a:ext cx="81279" cy="81279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5F468E8-6A8C-89AB-9A2E-086728A33DE3}"/>
              </a:ext>
            </a:extLst>
          </p:cNvPr>
          <p:cNvSpPr/>
          <p:nvPr/>
        </p:nvSpPr>
        <p:spPr>
          <a:xfrm>
            <a:off x="1347532" y="1163427"/>
            <a:ext cx="81279" cy="81279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11600AC-A5F9-C149-2A78-CA443EB70924}"/>
              </a:ext>
            </a:extLst>
          </p:cNvPr>
          <p:cNvSpPr/>
          <p:nvPr/>
        </p:nvSpPr>
        <p:spPr>
          <a:xfrm>
            <a:off x="1860726" y="220323"/>
            <a:ext cx="81279" cy="81279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109984F-276B-8FC0-85C4-7CFCD077405A}"/>
              </a:ext>
            </a:extLst>
          </p:cNvPr>
          <p:cNvSpPr/>
          <p:nvPr/>
        </p:nvSpPr>
        <p:spPr>
          <a:xfrm>
            <a:off x="1507246" y="301602"/>
            <a:ext cx="81279" cy="81279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7ED29FD-95EA-70E2-B9F2-CB29E0F63362}"/>
              </a:ext>
            </a:extLst>
          </p:cNvPr>
          <p:cNvCxnSpPr>
            <a:cxnSpLocks/>
          </p:cNvCxnSpPr>
          <p:nvPr/>
        </p:nvCxnSpPr>
        <p:spPr>
          <a:xfrm flipV="1">
            <a:off x="3695337" y="116082"/>
            <a:ext cx="0" cy="1439694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758972C-340F-073B-20D7-84F3EDA73B56}"/>
              </a:ext>
            </a:extLst>
          </p:cNvPr>
          <p:cNvCxnSpPr>
            <a:cxnSpLocks/>
          </p:cNvCxnSpPr>
          <p:nvPr/>
        </p:nvCxnSpPr>
        <p:spPr>
          <a:xfrm>
            <a:off x="3578605" y="1419588"/>
            <a:ext cx="1945532" cy="0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A2D02E67-D3C4-C1C9-4D7A-02C7C67DF244}"/>
              </a:ext>
            </a:extLst>
          </p:cNvPr>
          <p:cNvSpPr/>
          <p:nvPr/>
        </p:nvSpPr>
        <p:spPr>
          <a:xfrm>
            <a:off x="3757930" y="358140"/>
            <a:ext cx="1645920" cy="937260"/>
          </a:xfrm>
          <a:custGeom>
            <a:avLst/>
            <a:gdLst>
              <a:gd name="connsiteX0" fmla="*/ 0 w 1645920"/>
              <a:gd name="connsiteY0" fmla="*/ 937260 h 937260"/>
              <a:gd name="connsiteX1" fmla="*/ 190500 w 1645920"/>
              <a:gd name="connsiteY1" fmla="*/ 556260 h 937260"/>
              <a:gd name="connsiteX2" fmla="*/ 426720 w 1645920"/>
              <a:gd name="connsiteY2" fmla="*/ 773430 h 937260"/>
              <a:gd name="connsiteX3" fmla="*/ 590550 w 1645920"/>
              <a:gd name="connsiteY3" fmla="*/ 247650 h 937260"/>
              <a:gd name="connsiteX4" fmla="*/ 819150 w 1645920"/>
              <a:gd name="connsiteY4" fmla="*/ 163830 h 937260"/>
              <a:gd name="connsiteX5" fmla="*/ 906780 w 1645920"/>
              <a:gd name="connsiteY5" fmla="*/ 213360 h 937260"/>
              <a:gd name="connsiteX6" fmla="*/ 1024890 w 1645920"/>
              <a:gd name="connsiteY6" fmla="*/ 80010 h 937260"/>
              <a:gd name="connsiteX7" fmla="*/ 1188720 w 1645920"/>
              <a:gd name="connsiteY7" fmla="*/ 0 h 937260"/>
              <a:gd name="connsiteX8" fmla="*/ 1287780 w 1645920"/>
              <a:gd name="connsiteY8" fmla="*/ 262890 h 937260"/>
              <a:gd name="connsiteX9" fmla="*/ 1344930 w 1645920"/>
              <a:gd name="connsiteY9" fmla="*/ 548640 h 937260"/>
              <a:gd name="connsiteX10" fmla="*/ 1482090 w 1645920"/>
              <a:gd name="connsiteY10" fmla="*/ 449580 h 937260"/>
              <a:gd name="connsiteX11" fmla="*/ 1645920 w 1645920"/>
              <a:gd name="connsiteY11" fmla="*/ 838200 h 93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645920" h="937260">
                <a:moveTo>
                  <a:pt x="0" y="937260"/>
                </a:moveTo>
                <a:lnTo>
                  <a:pt x="190500" y="556260"/>
                </a:lnTo>
                <a:lnTo>
                  <a:pt x="426720" y="773430"/>
                </a:lnTo>
                <a:lnTo>
                  <a:pt x="590550" y="247650"/>
                </a:lnTo>
                <a:lnTo>
                  <a:pt x="819150" y="163830"/>
                </a:lnTo>
                <a:lnTo>
                  <a:pt x="906780" y="213360"/>
                </a:lnTo>
                <a:lnTo>
                  <a:pt x="1024890" y="80010"/>
                </a:lnTo>
                <a:lnTo>
                  <a:pt x="1188720" y="0"/>
                </a:lnTo>
                <a:lnTo>
                  <a:pt x="1287780" y="262890"/>
                </a:lnTo>
                <a:lnTo>
                  <a:pt x="1344930" y="548640"/>
                </a:lnTo>
                <a:lnTo>
                  <a:pt x="1482090" y="449580"/>
                </a:lnTo>
                <a:lnTo>
                  <a:pt x="1645920" y="838200"/>
                </a:lnTo>
              </a:path>
            </a:pathLst>
          </a:cu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2D52DE23-A5C5-D0F5-8B24-A494439CE936}"/>
              </a:ext>
            </a:extLst>
          </p:cNvPr>
          <p:cNvCxnSpPr>
            <a:cxnSpLocks/>
          </p:cNvCxnSpPr>
          <p:nvPr/>
        </p:nvCxnSpPr>
        <p:spPr>
          <a:xfrm flipV="1">
            <a:off x="6400328" y="116082"/>
            <a:ext cx="0" cy="1439694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A59F5BD-E391-0411-961B-6EE57FBFD8F9}"/>
              </a:ext>
            </a:extLst>
          </p:cNvPr>
          <p:cNvCxnSpPr>
            <a:cxnSpLocks/>
          </p:cNvCxnSpPr>
          <p:nvPr/>
        </p:nvCxnSpPr>
        <p:spPr>
          <a:xfrm>
            <a:off x="6283596" y="1419588"/>
            <a:ext cx="1945532" cy="0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E943572A-4AE3-A497-D124-C3DF3DC543CB}"/>
              </a:ext>
            </a:extLst>
          </p:cNvPr>
          <p:cNvSpPr/>
          <p:nvPr/>
        </p:nvSpPr>
        <p:spPr>
          <a:xfrm>
            <a:off x="6553149" y="702783"/>
            <a:ext cx="91437" cy="71149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F47443A8-F336-46BE-8FFC-123A2C54FDC7}"/>
              </a:ext>
            </a:extLst>
          </p:cNvPr>
          <p:cNvSpPr/>
          <p:nvPr/>
        </p:nvSpPr>
        <p:spPr>
          <a:xfrm>
            <a:off x="6772547" y="499112"/>
            <a:ext cx="91437" cy="91516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3C33A1D1-04EC-6E68-062A-5DACE78AE94B}"/>
              </a:ext>
            </a:extLst>
          </p:cNvPr>
          <p:cNvSpPr/>
          <p:nvPr/>
        </p:nvSpPr>
        <p:spPr>
          <a:xfrm>
            <a:off x="6991463" y="714010"/>
            <a:ext cx="91437" cy="7002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141B103B-3B38-A6E9-353A-845499CCEBD5}"/>
              </a:ext>
            </a:extLst>
          </p:cNvPr>
          <p:cNvSpPr/>
          <p:nvPr/>
        </p:nvSpPr>
        <p:spPr>
          <a:xfrm>
            <a:off x="7210643" y="904240"/>
            <a:ext cx="91437" cy="51003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C885B8D3-6085-1E7A-5B2D-1AAD873C82E1}"/>
              </a:ext>
            </a:extLst>
          </p:cNvPr>
          <p:cNvSpPr/>
          <p:nvPr/>
        </p:nvSpPr>
        <p:spPr>
          <a:xfrm>
            <a:off x="7429559" y="1069825"/>
            <a:ext cx="91437" cy="34445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3C3F8E81-ED0D-99B8-50FE-9D0EBB0E3CFE}"/>
              </a:ext>
            </a:extLst>
          </p:cNvPr>
          <p:cNvSpPr/>
          <p:nvPr/>
        </p:nvSpPr>
        <p:spPr>
          <a:xfrm>
            <a:off x="7648957" y="795290"/>
            <a:ext cx="91437" cy="61898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6675BA8-030E-F2DB-46F4-A1DC131BB184}"/>
              </a:ext>
            </a:extLst>
          </p:cNvPr>
          <p:cNvSpPr/>
          <p:nvPr/>
        </p:nvSpPr>
        <p:spPr>
          <a:xfrm>
            <a:off x="7867873" y="467064"/>
            <a:ext cx="91437" cy="94721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C93758E8-DE54-3981-8D07-C927305B47EC}"/>
              </a:ext>
            </a:extLst>
          </p:cNvPr>
          <p:cNvCxnSpPr>
            <a:cxnSpLocks/>
          </p:cNvCxnSpPr>
          <p:nvPr/>
        </p:nvCxnSpPr>
        <p:spPr>
          <a:xfrm flipV="1">
            <a:off x="9105319" y="116082"/>
            <a:ext cx="0" cy="1439694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8E93EF04-6E86-FD8E-2367-031AA8B03DBD}"/>
              </a:ext>
            </a:extLst>
          </p:cNvPr>
          <p:cNvCxnSpPr>
            <a:cxnSpLocks/>
          </p:cNvCxnSpPr>
          <p:nvPr/>
        </p:nvCxnSpPr>
        <p:spPr>
          <a:xfrm>
            <a:off x="8988587" y="1419588"/>
            <a:ext cx="1945532" cy="0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9095B54B-B9C6-80E7-FF59-56FFA906AB19}"/>
              </a:ext>
            </a:extLst>
          </p:cNvPr>
          <p:cNvSpPr/>
          <p:nvPr/>
        </p:nvSpPr>
        <p:spPr>
          <a:xfrm>
            <a:off x="9392944" y="876567"/>
            <a:ext cx="91437" cy="526279"/>
          </a:xfrm>
          <a:prstGeom prst="rect">
            <a:avLst/>
          </a:prstGeom>
          <a:solidFill>
            <a:srgbClr val="002060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45CD88E0-C415-80A9-5E53-BEE869F2A84E}"/>
              </a:ext>
            </a:extLst>
          </p:cNvPr>
          <p:cNvSpPr/>
          <p:nvPr/>
        </p:nvSpPr>
        <p:spPr>
          <a:xfrm>
            <a:off x="9485158" y="953901"/>
            <a:ext cx="91437" cy="448946"/>
          </a:xfrm>
          <a:prstGeom prst="rect">
            <a:avLst/>
          </a:prstGeom>
          <a:solidFill>
            <a:srgbClr val="002060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13EFEFEB-8FC5-85BB-F4CA-0416733834F2}"/>
              </a:ext>
            </a:extLst>
          </p:cNvPr>
          <p:cNvSpPr/>
          <p:nvPr/>
        </p:nvSpPr>
        <p:spPr>
          <a:xfrm>
            <a:off x="9576377" y="742384"/>
            <a:ext cx="91437" cy="660464"/>
          </a:xfrm>
          <a:prstGeom prst="rect">
            <a:avLst/>
          </a:prstGeom>
          <a:solidFill>
            <a:srgbClr val="002060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7068E57-4009-E080-1A23-6B2F2E5B7A64}"/>
              </a:ext>
            </a:extLst>
          </p:cNvPr>
          <p:cNvSpPr/>
          <p:nvPr/>
        </p:nvSpPr>
        <p:spPr>
          <a:xfrm>
            <a:off x="9673549" y="646695"/>
            <a:ext cx="91437" cy="756152"/>
          </a:xfrm>
          <a:prstGeom prst="rect">
            <a:avLst/>
          </a:prstGeom>
          <a:solidFill>
            <a:srgbClr val="002060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3DD097A5-2D4F-629A-1232-78EBBA4C0323}"/>
              </a:ext>
            </a:extLst>
          </p:cNvPr>
          <p:cNvSpPr/>
          <p:nvPr/>
        </p:nvSpPr>
        <p:spPr>
          <a:xfrm>
            <a:off x="10081358" y="714011"/>
            <a:ext cx="91437" cy="688836"/>
          </a:xfrm>
          <a:prstGeom prst="rect">
            <a:avLst/>
          </a:prstGeom>
          <a:solidFill>
            <a:srgbClr val="002060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047CF3C-C2CE-2E2B-ED28-BA3269C23740}"/>
              </a:ext>
            </a:extLst>
          </p:cNvPr>
          <p:cNvSpPr/>
          <p:nvPr/>
        </p:nvSpPr>
        <p:spPr>
          <a:xfrm>
            <a:off x="10281392" y="795289"/>
            <a:ext cx="91437" cy="607559"/>
          </a:xfrm>
          <a:prstGeom prst="rect">
            <a:avLst/>
          </a:prstGeom>
          <a:solidFill>
            <a:srgbClr val="002060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B6F70734-E248-BE62-D01C-4EF31BEFF137}"/>
              </a:ext>
            </a:extLst>
          </p:cNvPr>
          <p:cNvSpPr/>
          <p:nvPr/>
        </p:nvSpPr>
        <p:spPr>
          <a:xfrm>
            <a:off x="10380301" y="742382"/>
            <a:ext cx="91437" cy="660465"/>
          </a:xfrm>
          <a:prstGeom prst="rect">
            <a:avLst/>
          </a:prstGeom>
          <a:solidFill>
            <a:srgbClr val="002060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0FD298D6-5D13-E3DA-D8A3-F4A67DF05B29}"/>
              </a:ext>
            </a:extLst>
          </p:cNvPr>
          <p:cNvSpPr/>
          <p:nvPr/>
        </p:nvSpPr>
        <p:spPr>
          <a:xfrm>
            <a:off x="9301118" y="1127761"/>
            <a:ext cx="91437" cy="275085"/>
          </a:xfrm>
          <a:prstGeom prst="rect">
            <a:avLst/>
          </a:prstGeom>
          <a:solidFill>
            <a:srgbClr val="002060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B721C4A-C0D6-5D99-104A-F7DD6EFD0605}"/>
              </a:ext>
            </a:extLst>
          </p:cNvPr>
          <p:cNvSpPr/>
          <p:nvPr/>
        </p:nvSpPr>
        <p:spPr>
          <a:xfrm>
            <a:off x="9778341" y="499112"/>
            <a:ext cx="91437" cy="903735"/>
          </a:xfrm>
          <a:prstGeom prst="rect">
            <a:avLst/>
          </a:prstGeom>
          <a:solidFill>
            <a:srgbClr val="002060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F9CAE825-4184-EA22-8410-8C7D3922AA81}"/>
              </a:ext>
            </a:extLst>
          </p:cNvPr>
          <p:cNvSpPr/>
          <p:nvPr/>
        </p:nvSpPr>
        <p:spPr>
          <a:xfrm>
            <a:off x="9879247" y="382882"/>
            <a:ext cx="91437" cy="1019966"/>
          </a:xfrm>
          <a:prstGeom prst="rect">
            <a:avLst/>
          </a:prstGeom>
          <a:solidFill>
            <a:srgbClr val="002060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852C091-6600-35B3-BB30-92D77ACEEC8A}"/>
              </a:ext>
            </a:extLst>
          </p:cNvPr>
          <p:cNvSpPr/>
          <p:nvPr/>
        </p:nvSpPr>
        <p:spPr>
          <a:xfrm>
            <a:off x="9980153" y="565416"/>
            <a:ext cx="91437" cy="837431"/>
          </a:xfrm>
          <a:prstGeom prst="rect">
            <a:avLst/>
          </a:prstGeom>
          <a:solidFill>
            <a:srgbClr val="002060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C072806-E0BE-5E37-1F02-044AF7E10AC9}"/>
              </a:ext>
            </a:extLst>
          </p:cNvPr>
          <p:cNvSpPr/>
          <p:nvPr/>
        </p:nvSpPr>
        <p:spPr>
          <a:xfrm>
            <a:off x="10180267" y="904240"/>
            <a:ext cx="91437" cy="498607"/>
          </a:xfrm>
          <a:prstGeom prst="rect">
            <a:avLst/>
          </a:prstGeom>
          <a:solidFill>
            <a:srgbClr val="002060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299BEBB6-C088-723A-3A8B-D32C69031DC8}"/>
              </a:ext>
            </a:extLst>
          </p:cNvPr>
          <p:cNvSpPr/>
          <p:nvPr/>
        </p:nvSpPr>
        <p:spPr>
          <a:xfrm>
            <a:off x="10479210" y="864104"/>
            <a:ext cx="91437" cy="538743"/>
          </a:xfrm>
          <a:prstGeom prst="rect">
            <a:avLst/>
          </a:prstGeom>
          <a:solidFill>
            <a:srgbClr val="002060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656806D4-7B81-CC76-A5B5-D4EAF342A599}"/>
              </a:ext>
            </a:extLst>
          </p:cNvPr>
          <p:cNvSpPr/>
          <p:nvPr/>
        </p:nvSpPr>
        <p:spPr>
          <a:xfrm>
            <a:off x="10578119" y="1127761"/>
            <a:ext cx="91437" cy="275086"/>
          </a:xfrm>
          <a:prstGeom prst="rect">
            <a:avLst/>
          </a:prstGeom>
          <a:solidFill>
            <a:srgbClr val="002060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7985BBC5-68C1-EF59-528A-02AB3F1E4F79}"/>
              </a:ext>
            </a:extLst>
          </p:cNvPr>
          <p:cNvCxnSpPr>
            <a:cxnSpLocks/>
          </p:cNvCxnSpPr>
          <p:nvPr/>
        </p:nvCxnSpPr>
        <p:spPr>
          <a:xfrm flipV="1">
            <a:off x="958715" y="2043680"/>
            <a:ext cx="0" cy="1439694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Freeform: Shape 117">
            <a:extLst>
              <a:ext uri="{FF2B5EF4-FFF2-40B4-BE49-F238E27FC236}">
                <a16:creationId xmlns:a16="http://schemas.microsoft.com/office/drawing/2014/main" id="{B5571DFE-27BC-4955-42A6-5C7CB21189BD}"/>
              </a:ext>
            </a:extLst>
          </p:cNvPr>
          <p:cNvSpPr/>
          <p:nvPr/>
        </p:nvSpPr>
        <p:spPr>
          <a:xfrm>
            <a:off x="1001776" y="2225040"/>
            <a:ext cx="1578864" cy="1133856"/>
          </a:xfrm>
          <a:custGeom>
            <a:avLst/>
            <a:gdLst>
              <a:gd name="connsiteX0" fmla="*/ 0 w 1578864"/>
              <a:gd name="connsiteY0" fmla="*/ 1133856 h 1133856"/>
              <a:gd name="connsiteX1" fmla="*/ 73152 w 1578864"/>
              <a:gd name="connsiteY1" fmla="*/ 1097280 h 1133856"/>
              <a:gd name="connsiteX2" fmla="*/ 97536 w 1578864"/>
              <a:gd name="connsiteY2" fmla="*/ 1054608 h 1133856"/>
              <a:gd name="connsiteX3" fmla="*/ 121920 w 1578864"/>
              <a:gd name="connsiteY3" fmla="*/ 1011936 h 1133856"/>
              <a:gd name="connsiteX4" fmla="*/ 140208 w 1578864"/>
              <a:gd name="connsiteY4" fmla="*/ 963168 h 1133856"/>
              <a:gd name="connsiteX5" fmla="*/ 158496 w 1578864"/>
              <a:gd name="connsiteY5" fmla="*/ 920496 h 1133856"/>
              <a:gd name="connsiteX6" fmla="*/ 170688 w 1578864"/>
              <a:gd name="connsiteY6" fmla="*/ 871728 h 1133856"/>
              <a:gd name="connsiteX7" fmla="*/ 213360 w 1578864"/>
              <a:gd name="connsiteY7" fmla="*/ 786384 h 1133856"/>
              <a:gd name="connsiteX8" fmla="*/ 249936 w 1578864"/>
              <a:gd name="connsiteY8" fmla="*/ 670560 h 1133856"/>
              <a:gd name="connsiteX9" fmla="*/ 268224 w 1578864"/>
              <a:gd name="connsiteY9" fmla="*/ 597408 h 1133856"/>
              <a:gd name="connsiteX10" fmla="*/ 310896 w 1578864"/>
              <a:gd name="connsiteY10" fmla="*/ 481584 h 1133856"/>
              <a:gd name="connsiteX11" fmla="*/ 329184 w 1578864"/>
              <a:gd name="connsiteY11" fmla="*/ 402336 h 1133856"/>
              <a:gd name="connsiteX12" fmla="*/ 384048 w 1578864"/>
              <a:gd name="connsiteY12" fmla="*/ 249936 h 1133856"/>
              <a:gd name="connsiteX13" fmla="*/ 396240 w 1578864"/>
              <a:gd name="connsiteY13" fmla="*/ 207264 h 1133856"/>
              <a:gd name="connsiteX14" fmla="*/ 432816 w 1578864"/>
              <a:gd name="connsiteY14" fmla="*/ 115824 h 1133856"/>
              <a:gd name="connsiteX15" fmla="*/ 481584 w 1578864"/>
              <a:gd name="connsiteY15" fmla="*/ 42672 h 1133856"/>
              <a:gd name="connsiteX16" fmla="*/ 530352 w 1578864"/>
              <a:gd name="connsiteY16" fmla="*/ 0 h 1133856"/>
              <a:gd name="connsiteX17" fmla="*/ 585216 w 1578864"/>
              <a:gd name="connsiteY17" fmla="*/ 24384 h 1133856"/>
              <a:gd name="connsiteX18" fmla="*/ 621792 w 1578864"/>
              <a:gd name="connsiteY18" fmla="*/ 97536 h 1133856"/>
              <a:gd name="connsiteX19" fmla="*/ 664464 w 1578864"/>
              <a:gd name="connsiteY19" fmla="*/ 170688 h 1133856"/>
              <a:gd name="connsiteX20" fmla="*/ 701040 w 1578864"/>
              <a:gd name="connsiteY20" fmla="*/ 225552 h 1133856"/>
              <a:gd name="connsiteX21" fmla="*/ 725424 w 1578864"/>
              <a:gd name="connsiteY21" fmla="*/ 292608 h 1133856"/>
              <a:gd name="connsiteX22" fmla="*/ 774192 w 1578864"/>
              <a:gd name="connsiteY22" fmla="*/ 365760 h 1133856"/>
              <a:gd name="connsiteX23" fmla="*/ 798576 w 1578864"/>
              <a:gd name="connsiteY23" fmla="*/ 408432 h 1133856"/>
              <a:gd name="connsiteX24" fmla="*/ 865632 w 1578864"/>
              <a:gd name="connsiteY24" fmla="*/ 445008 h 1133856"/>
              <a:gd name="connsiteX25" fmla="*/ 902208 w 1578864"/>
              <a:gd name="connsiteY25" fmla="*/ 402336 h 1133856"/>
              <a:gd name="connsiteX26" fmla="*/ 938784 w 1578864"/>
              <a:gd name="connsiteY26" fmla="*/ 347472 h 1133856"/>
              <a:gd name="connsiteX27" fmla="*/ 993648 w 1578864"/>
              <a:gd name="connsiteY27" fmla="*/ 323088 h 1133856"/>
              <a:gd name="connsiteX28" fmla="*/ 1072896 w 1578864"/>
              <a:gd name="connsiteY28" fmla="*/ 347472 h 1133856"/>
              <a:gd name="connsiteX29" fmla="*/ 1115568 w 1578864"/>
              <a:gd name="connsiteY29" fmla="*/ 408432 h 1133856"/>
              <a:gd name="connsiteX30" fmla="*/ 1176528 w 1578864"/>
              <a:gd name="connsiteY30" fmla="*/ 499872 h 1133856"/>
              <a:gd name="connsiteX31" fmla="*/ 1286256 w 1578864"/>
              <a:gd name="connsiteY31" fmla="*/ 676656 h 1133856"/>
              <a:gd name="connsiteX32" fmla="*/ 1395984 w 1578864"/>
              <a:gd name="connsiteY32" fmla="*/ 847344 h 1133856"/>
              <a:gd name="connsiteX33" fmla="*/ 1524000 w 1578864"/>
              <a:gd name="connsiteY33" fmla="*/ 1036320 h 1133856"/>
              <a:gd name="connsiteX34" fmla="*/ 1578864 w 1578864"/>
              <a:gd name="connsiteY34" fmla="*/ 1109472 h 1133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578864" h="1133856">
                <a:moveTo>
                  <a:pt x="0" y="1133856"/>
                </a:moveTo>
                <a:lnTo>
                  <a:pt x="73152" y="1097280"/>
                </a:lnTo>
                <a:lnTo>
                  <a:pt x="97536" y="1054608"/>
                </a:lnTo>
                <a:lnTo>
                  <a:pt x="121920" y="1011936"/>
                </a:lnTo>
                <a:lnTo>
                  <a:pt x="140208" y="963168"/>
                </a:lnTo>
                <a:lnTo>
                  <a:pt x="158496" y="920496"/>
                </a:lnTo>
                <a:lnTo>
                  <a:pt x="170688" y="871728"/>
                </a:lnTo>
                <a:lnTo>
                  <a:pt x="213360" y="786384"/>
                </a:lnTo>
                <a:lnTo>
                  <a:pt x="249936" y="670560"/>
                </a:lnTo>
                <a:lnTo>
                  <a:pt x="268224" y="597408"/>
                </a:lnTo>
                <a:lnTo>
                  <a:pt x="310896" y="481584"/>
                </a:lnTo>
                <a:lnTo>
                  <a:pt x="329184" y="402336"/>
                </a:lnTo>
                <a:lnTo>
                  <a:pt x="384048" y="249936"/>
                </a:lnTo>
                <a:lnTo>
                  <a:pt x="396240" y="207264"/>
                </a:lnTo>
                <a:lnTo>
                  <a:pt x="432816" y="115824"/>
                </a:lnTo>
                <a:lnTo>
                  <a:pt x="481584" y="42672"/>
                </a:lnTo>
                <a:lnTo>
                  <a:pt x="530352" y="0"/>
                </a:lnTo>
                <a:lnTo>
                  <a:pt x="585216" y="24384"/>
                </a:lnTo>
                <a:lnTo>
                  <a:pt x="621792" y="97536"/>
                </a:lnTo>
                <a:lnTo>
                  <a:pt x="664464" y="170688"/>
                </a:lnTo>
                <a:lnTo>
                  <a:pt x="701040" y="225552"/>
                </a:lnTo>
                <a:lnTo>
                  <a:pt x="725424" y="292608"/>
                </a:lnTo>
                <a:lnTo>
                  <a:pt x="774192" y="365760"/>
                </a:lnTo>
                <a:lnTo>
                  <a:pt x="798576" y="408432"/>
                </a:lnTo>
                <a:lnTo>
                  <a:pt x="865632" y="445008"/>
                </a:lnTo>
                <a:lnTo>
                  <a:pt x="902208" y="402336"/>
                </a:lnTo>
                <a:lnTo>
                  <a:pt x="938784" y="347472"/>
                </a:lnTo>
                <a:lnTo>
                  <a:pt x="993648" y="323088"/>
                </a:lnTo>
                <a:lnTo>
                  <a:pt x="1072896" y="347472"/>
                </a:lnTo>
                <a:lnTo>
                  <a:pt x="1115568" y="408432"/>
                </a:lnTo>
                <a:lnTo>
                  <a:pt x="1176528" y="499872"/>
                </a:lnTo>
                <a:lnTo>
                  <a:pt x="1286256" y="676656"/>
                </a:lnTo>
                <a:lnTo>
                  <a:pt x="1395984" y="847344"/>
                </a:lnTo>
                <a:lnTo>
                  <a:pt x="1524000" y="1036320"/>
                </a:lnTo>
                <a:lnTo>
                  <a:pt x="1578864" y="1109472"/>
                </a:lnTo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00EFCB5D-F72A-A1AB-3D27-594AB948888E}"/>
              </a:ext>
            </a:extLst>
          </p:cNvPr>
          <p:cNvCxnSpPr>
            <a:cxnSpLocks/>
          </p:cNvCxnSpPr>
          <p:nvPr/>
        </p:nvCxnSpPr>
        <p:spPr>
          <a:xfrm>
            <a:off x="841983" y="3347186"/>
            <a:ext cx="1945532" cy="0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Partial Circle 118">
            <a:extLst>
              <a:ext uri="{FF2B5EF4-FFF2-40B4-BE49-F238E27FC236}">
                <a16:creationId xmlns:a16="http://schemas.microsoft.com/office/drawing/2014/main" id="{15425DD8-74DA-E0E1-DC0B-743D3B8AD529}"/>
              </a:ext>
            </a:extLst>
          </p:cNvPr>
          <p:cNvSpPr/>
          <p:nvPr/>
        </p:nvSpPr>
        <p:spPr>
          <a:xfrm>
            <a:off x="3757930" y="2121502"/>
            <a:ext cx="1284050" cy="1284050"/>
          </a:xfrm>
          <a:prstGeom prst="pie">
            <a:avLst>
              <a:gd name="adj1" fmla="val 0"/>
              <a:gd name="adj2" fmla="val 8041365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0" name="Partial Circle 119">
            <a:extLst>
              <a:ext uri="{FF2B5EF4-FFF2-40B4-BE49-F238E27FC236}">
                <a16:creationId xmlns:a16="http://schemas.microsoft.com/office/drawing/2014/main" id="{B38C8048-1E5F-8174-242C-97363A33A041}"/>
              </a:ext>
            </a:extLst>
          </p:cNvPr>
          <p:cNvSpPr/>
          <p:nvPr/>
        </p:nvSpPr>
        <p:spPr>
          <a:xfrm rot="13535956">
            <a:off x="3757931" y="2081070"/>
            <a:ext cx="1284050" cy="1284050"/>
          </a:xfrm>
          <a:prstGeom prst="pie">
            <a:avLst>
              <a:gd name="adj1" fmla="val 0"/>
              <a:gd name="adj2" fmla="val 8041365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1" name="Partial Circle 120">
            <a:extLst>
              <a:ext uri="{FF2B5EF4-FFF2-40B4-BE49-F238E27FC236}">
                <a16:creationId xmlns:a16="http://schemas.microsoft.com/office/drawing/2014/main" id="{059E525B-BD36-0E35-994B-6FD1518B6A84}"/>
              </a:ext>
            </a:extLst>
          </p:cNvPr>
          <p:cNvSpPr/>
          <p:nvPr/>
        </p:nvSpPr>
        <p:spPr>
          <a:xfrm rot="8072410">
            <a:off x="3732484" y="2106263"/>
            <a:ext cx="1284050" cy="1284050"/>
          </a:xfrm>
          <a:prstGeom prst="pie">
            <a:avLst>
              <a:gd name="adj1" fmla="val 0"/>
              <a:gd name="adj2" fmla="val 5466591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01301268-CFC6-F166-30AD-2999C3AAFF74}"/>
              </a:ext>
            </a:extLst>
          </p:cNvPr>
          <p:cNvCxnSpPr>
            <a:cxnSpLocks/>
          </p:cNvCxnSpPr>
          <p:nvPr/>
        </p:nvCxnSpPr>
        <p:spPr>
          <a:xfrm flipV="1">
            <a:off x="6424795" y="2043680"/>
            <a:ext cx="0" cy="1439694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0918DDA3-FC12-BBF3-CB50-AC59CF3376A8}"/>
              </a:ext>
            </a:extLst>
          </p:cNvPr>
          <p:cNvCxnSpPr>
            <a:cxnSpLocks/>
          </p:cNvCxnSpPr>
          <p:nvPr/>
        </p:nvCxnSpPr>
        <p:spPr>
          <a:xfrm>
            <a:off x="6308063" y="3347186"/>
            <a:ext cx="1945532" cy="0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Rectangle 123">
            <a:extLst>
              <a:ext uri="{FF2B5EF4-FFF2-40B4-BE49-F238E27FC236}">
                <a16:creationId xmlns:a16="http://schemas.microsoft.com/office/drawing/2014/main" id="{AF2EF45E-1FB8-1926-C8B7-AD141240D87E}"/>
              </a:ext>
            </a:extLst>
          </p:cNvPr>
          <p:cNvSpPr/>
          <p:nvPr/>
        </p:nvSpPr>
        <p:spPr>
          <a:xfrm>
            <a:off x="6672129" y="2560088"/>
            <a:ext cx="127901" cy="380994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B769CC93-6596-09FB-579D-090FEB059029}"/>
              </a:ext>
            </a:extLst>
          </p:cNvPr>
          <p:cNvCxnSpPr>
            <a:cxnSpLocks/>
          </p:cNvCxnSpPr>
          <p:nvPr/>
        </p:nvCxnSpPr>
        <p:spPr>
          <a:xfrm>
            <a:off x="6672129" y="2812923"/>
            <a:ext cx="122371" cy="0"/>
          </a:xfrm>
          <a:prstGeom prst="line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BACD72D9-E7F6-746A-2314-6E14DB60936C}"/>
              </a:ext>
            </a:extLst>
          </p:cNvPr>
          <p:cNvCxnSpPr>
            <a:cxnSpLocks/>
          </p:cNvCxnSpPr>
          <p:nvPr/>
        </p:nvCxnSpPr>
        <p:spPr>
          <a:xfrm>
            <a:off x="6733314" y="2341245"/>
            <a:ext cx="0" cy="218843"/>
          </a:xfrm>
          <a:prstGeom prst="line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872A3C74-4061-67CC-654E-CD285198CF76}"/>
              </a:ext>
            </a:extLst>
          </p:cNvPr>
          <p:cNvCxnSpPr>
            <a:cxnSpLocks/>
          </p:cNvCxnSpPr>
          <p:nvPr/>
        </p:nvCxnSpPr>
        <p:spPr>
          <a:xfrm>
            <a:off x="6733314" y="2941082"/>
            <a:ext cx="0" cy="218843"/>
          </a:xfrm>
          <a:prstGeom prst="line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6" name="Rectangle 135">
            <a:extLst>
              <a:ext uri="{FF2B5EF4-FFF2-40B4-BE49-F238E27FC236}">
                <a16:creationId xmlns:a16="http://schemas.microsoft.com/office/drawing/2014/main" id="{2F0F14D8-2F72-97CE-700D-85612504C71E}"/>
              </a:ext>
            </a:extLst>
          </p:cNvPr>
          <p:cNvSpPr/>
          <p:nvPr/>
        </p:nvSpPr>
        <p:spPr>
          <a:xfrm>
            <a:off x="7039067" y="2314439"/>
            <a:ext cx="127901" cy="380994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63DBE122-651E-8C11-C651-F629C40C33FB}"/>
              </a:ext>
            </a:extLst>
          </p:cNvPr>
          <p:cNvCxnSpPr>
            <a:cxnSpLocks/>
          </p:cNvCxnSpPr>
          <p:nvPr/>
        </p:nvCxnSpPr>
        <p:spPr>
          <a:xfrm>
            <a:off x="7039067" y="2445354"/>
            <a:ext cx="122371" cy="0"/>
          </a:xfrm>
          <a:prstGeom prst="line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2EADD40E-2F50-D419-7FC0-05E142B09014}"/>
              </a:ext>
            </a:extLst>
          </p:cNvPr>
          <p:cNvCxnSpPr>
            <a:cxnSpLocks/>
          </p:cNvCxnSpPr>
          <p:nvPr/>
        </p:nvCxnSpPr>
        <p:spPr>
          <a:xfrm>
            <a:off x="7100252" y="2095596"/>
            <a:ext cx="0" cy="218843"/>
          </a:xfrm>
          <a:prstGeom prst="line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93AD8639-E808-3DDE-F1A4-2974FE546678}"/>
              </a:ext>
            </a:extLst>
          </p:cNvPr>
          <p:cNvCxnSpPr>
            <a:cxnSpLocks/>
          </p:cNvCxnSpPr>
          <p:nvPr/>
        </p:nvCxnSpPr>
        <p:spPr>
          <a:xfrm>
            <a:off x="7100252" y="2695433"/>
            <a:ext cx="0" cy="299227"/>
          </a:xfrm>
          <a:prstGeom prst="line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1" name="Multiplication Sign 140">
            <a:extLst>
              <a:ext uri="{FF2B5EF4-FFF2-40B4-BE49-F238E27FC236}">
                <a16:creationId xmlns:a16="http://schemas.microsoft.com/office/drawing/2014/main" id="{95AB4ECB-05B5-B640-6B9F-313E72E7A328}"/>
              </a:ext>
            </a:extLst>
          </p:cNvPr>
          <p:cNvSpPr/>
          <p:nvPr/>
        </p:nvSpPr>
        <p:spPr>
          <a:xfrm>
            <a:off x="7071747" y="3046961"/>
            <a:ext cx="57010" cy="71055"/>
          </a:xfrm>
          <a:prstGeom prst="mathMultiply">
            <a:avLst>
              <a:gd name="adj1" fmla="val 0"/>
            </a:avLst>
          </a:prstGeom>
          <a:noFill/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2" name="Multiplication Sign 141">
            <a:extLst>
              <a:ext uri="{FF2B5EF4-FFF2-40B4-BE49-F238E27FC236}">
                <a16:creationId xmlns:a16="http://schemas.microsoft.com/office/drawing/2014/main" id="{ED889CBB-EA63-073B-BD04-EC5ED6FE8382}"/>
              </a:ext>
            </a:extLst>
          </p:cNvPr>
          <p:cNvSpPr/>
          <p:nvPr/>
        </p:nvSpPr>
        <p:spPr>
          <a:xfrm>
            <a:off x="7071747" y="3179420"/>
            <a:ext cx="57010" cy="71055"/>
          </a:xfrm>
          <a:prstGeom prst="mathMultiply">
            <a:avLst>
              <a:gd name="adj1" fmla="val 0"/>
            </a:avLst>
          </a:prstGeom>
          <a:noFill/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169770A1-68A3-D632-E91A-849840481907}"/>
              </a:ext>
            </a:extLst>
          </p:cNvPr>
          <p:cNvSpPr/>
          <p:nvPr/>
        </p:nvSpPr>
        <p:spPr>
          <a:xfrm>
            <a:off x="7336524" y="2435412"/>
            <a:ext cx="127901" cy="380994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474B26F2-E7B5-7B18-5D20-1259F06BD80D}"/>
              </a:ext>
            </a:extLst>
          </p:cNvPr>
          <p:cNvCxnSpPr>
            <a:cxnSpLocks/>
          </p:cNvCxnSpPr>
          <p:nvPr/>
        </p:nvCxnSpPr>
        <p:spPr>
          <a:xfrm>
            <a:off x="7336524" y="2631097"/>
            <a:ext cx="122371" cy="0"/>
          </a:xfrm>
          <a:prstGeom prst="line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14C7AF36-FF2D-032A-D927-88CBCA98577A}"/>
              </a:ext>
            </a:extLst>
          </p:cNvPr>
          <p:cNvCxnSpPr>
            <a:cxnSpLocks/>
          </p:cNvCxnSpPr>
          <p:nvPr/>
        </p:nvCxnSpPr>
        <p:spPr>
          <a:xfrm>
            <a:off x="7397709" y="2259330"/>
            <a:ext cx="0" cy="176082"/>
          </a:xfrm>
          <a:prstGeom prst="line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9134962F-32EB-464C-2345-F27F4CFBE93A}"/>
              </a:ext>
            </a:extLst>
          </p:cNvPr>
          <p:cNvCxnSpPr>
            <a:cxnSpLocks/>
          </p:cNvCxnSpPr>
          <p:nvPr/>
        </p:nvCxnSpPr>
        <p:spPr>
          <a:xfrm>
            <a:off x="7397709" y="2816406"/>
            <a:ext cx="0" cy="203019"/>
          </a:xfrm>
          <a:prstGeom prst="line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4" name="Rectangle 153">
            <a:extLst>
              <a:ext uri="{FF2B5EF4-FFF2-40B4-BE49-F238E27FC236}">
                <a16:creationId xmlns:a16="http://schemas.microsoft.com/office/drawing/2014/main" id="{1498DD02-C19C-4DBC-D5AE-7C4869C9DF8B}"/>
              </a:ext>
            </a:extLst>
          </p:cNvPr>
          <p:cNvSpPr/>
          <p:nvPr/>
        </p:nvSpPr>
        <p:spPr>
          <a:xfrm>
            <a:off x="7628451" y="2215376"/>
            <a:ext cx="127901" cy="380994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F2BBA475-0FC5-AAA6-F5D3-520A7366282F}"/>
              </a:ext>
            </a:extLst>
          </p:cNvPr>
          <p:cNvCxnSpPr>
            <a:cxnSpLocks/>
          </p:cNvCxnSpPr>
          <p:nvPr/>
        </p:nvCxnSpPr>
        <p:spPr>
          <a:xfrm>
            <a:off x="7628451" y="2374866"/>
            <a:ext cx="122371" cy="0"/>
          </a:xfrm>
          <a:prstGeom prst="line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C15C82CD-7564-03C0-F29E-FD00EB6CD2A7}"/>
              </a:ext>
            </a:extLst>
          </p:cNvPr>
          <p:cNvCxnSpPr>
            <a:cxnSpLocks/>
          </p:cNvCxnSpPr>
          <p:nvPr/>
        </p:nvCxnSpPr>
        <p:spPr>
          <a:xfrm>
            <a:off x="7689636" y="2004060"/>
            <a:ext cx="0" cy="211316"/>
          </a:xfrm>
          <a:prstGeom prst="line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B900A166-8BBA-53BE-3745-0506176BEA43}"/>
              </a:ext>
            </a:extLst>
          </p:cNvPr>
          <p:cNvCxnSpPr>
            <a:cxnSpLocks/>
          </p:cNvCxnSpPr>
          <p:nvPr/>
        </p:nvCxnSpPr>
        <p:spPr>
          <a:xfrm>
            <a:off x="7689636" y="2596370"/>
            <a:ext cx="0" cy="280180"/>
          </a:xfrm>
          <a:prstGeom prst="line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2" name="Rectangle 161">
            <a:extLst>
              <a:ext uri="{FF2B5EF4-FFF2-40B4-BE49-F238E27FC236}">
                <a16:creationId xmlns:a16="http://schemas.microsoft.com/office/drawing/2014/main" id="{04AA470A-EFC0-38AB-5FE7-8631C77BF93E}"/>
              </a:ext>
            </a:extLst>
          </p:cNvPr>
          <p:cNvSpPr/>
          <p:nvPr/>
        </p:nvSpPr>
        <p:spPr>
          <a:xfrm>
            <a:off x="7925908" y="2763140"/>
            <a:ext cx="127901" cy="380994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29D02DCC-4663-46C1-06F6-0618D4823370}"/>
              </a:ext>
            </a:extLst>
          </p:cNvPr>
          <p:cNvCxnSpPr>
            <a:cxnSpLocks/>
          </p:cNvCxnSpPr>
          <p:nvPr/>
        </p:nvCxnSpPr>
        <p:spPr>
          <a:xfrm>
            <a:off x="7925908" y="2990544"/>
            <a:ext cx="122371" cy="0"/>
          </a:xfrm>
          <a:prstGeom prst="line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5D4B29A0-D435-79D6-5F97-2A0F04350534}"/>
              </a:ext>
            </a:extLst>
          </p:cNvPr>
          <p:cNvCxnSpPr>
            <a:cxnSpLocks/>
          </p:cNvCxnSpPr>
          <p:nvPr/>
        </p:nvCxnSpPr>
        <p:spPr>
          <a:xfrm>
            <a:off x="7987093" y="2374866"/>
            <a:ext cx="0" cy="388274"/>
          </a:xfrm>
          <a:prstGeom prst="line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BFA3717C-F0CC-E518-25C2-47541D9C7808}"/>
              </a:ext>
            </a:extLst>
          </p:cNvPr>
          <p:cNvCxnSpPr>
            <a:cxnSpLocks/>
          </p:cNvCxnSpPr>
          <p:nvPr/>
        </p:nvCxnSpPr>
        <p:spPr>
          <a:xfrm>
            <a:off x="7987093" y="3144134"/>
            <a:ext cx="0" cy="159136"/>
          </a:xfrm>
          <a:prstGeom prst="line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8" name="Multiplication Sign 167">
            <a:extLst>
              <a:ext uri="{FF2B5EF4-FFF2-40B4-BE49-F238E27FC236}">
                <a16:creationId xmlns:a16="http://schemas.microsoft.com/office/drawing/2014/main" id="{A500FEB4-D876-4BA0-B2DD-D27BBB5C6DD7}"/>
              </a:ext>
            </a:extLst>
          </p:cNvPr>
          <p:cNvSpPr/>
          <p:nvPr/>
        </p:nvSpPr>
        <p:spPr>
          <a:xfrm>
            <a:off x="7959922" y="2223802"/>
            <a:ext cx="57010" cy="71055"/>
          </a:xfrm>
          <a:prstGeom prst="mathMultiply">
            <a:avLst>
              <a:gd name="adj1" fmla="val 0"/>
            </a:avLst>
          </a:prstGeom>
          <a:noFill/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9" name="Multiplication Sign 168">
            <a:extLst>
              <a:ext uri="{FF2B5EF4-FFF2-40B4-BE49-F238E27FC236}">
                <a16:creationId xmlns:a16="http://schemas.microsoft.com/office/drawing/2014/main" id="{67E2C5E8-5DDC-4355-19A3-C124E8BAA0FC}"/>
              </a:ext>
            </a:extLst>
          </p:cNvPr>
          <p:cNvSpPr/>
          <p:nvPr/>
        </p:nvSpPr>
        <p:spPr>
          <a:xfrm>
            <a:off x="7959922" y="2304042"/>
            <a:ext cx="57010" cy="71055"/>
          </a:xfrm>
          <a:prstGeom prst="mathMultiply">
            <a:avLst>
              <a:gd name="adj1" fmla="val 0"/>
            </a:avLst>
          </a:prstGeom>
          <a:noFill/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0" name="Multiplication Sign 169">
            <a:extLst>
              <a:ext uri="{FF2B5EF4-FFF2-40B4-BE49-F238E27FC236}">
                <a16:creationId xmlns:a16="http://schemas.microsoft.com/office/drawing/2014/main" id="{3C0269AD-C99C-71DA-DB43-4463304F1BB2}"/>
              </a:ext>
            </a:extLst>
          </p:cNvPr>
          <p:cNvSpPr/>
          <p:nvPr/>
        </p:nvSpPr>
        <p:spPr>
          <a:xfrm>
            <a:off x="7959922" y="2009954"/>
            <a:ext cx="57010" cy="71055"/>
          </a:xfrm>
          <a:prstGeom prst="mathMultiply">
            <a:avLst>
              <a:gd name="adj1" fmla="val 0"/>
            </a:avLst>
          </a:prstGeom>
          <a:noFill/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7FE75C10-0585-D23A-C0A9-6FF4C44DB487}"/>
              </a:ext>
            </a:extLst>
          </p:cNvPr>
          <p:cNvCxnSpPr>
            <a:cxnSpLocks/>
          </p:cNvCxnSpPr>
          <p:nvPr/>
        </p:nvCxnSpPr>
        <p:spPr>
          <a:xfrm flipV="1">
            <a:off x="9124119" y="2043680"/>
            <a:ext cx="0" cy="1439694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E4378D48-809F-DC1F-B6B2-68ADF98C469C}"/>
              </a:ext>
            </a:extLst>
          </p:cNvPr>
          <p:cNvCxnSpPr>
            <a:cxnSpLocks/>
          </p:cNvCxnSpPr>
          <p:nvPr/>
        </p:nvCxnSpPr>
        <p:spPr>
          <a:xfrm>
            <a:off x="9007387" y="3347186"/>
            <a:ext cx="1945532" cy="0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Freeform: Shape 178">
            <a:extLst>
              <a:ext uri="{FF2B5EF4-FFF2-40B4-BE49-F238E27FC236}">
                <a16:creationId xmlns:a16="http://schemas.microsoft.com/office/drawing/2014/main" id="{4133767F-BEE7-4A47-A471-FDE6DBAD696C}"/>
              </a:ext>
            </a:extLst>
          </p:cNvPr>
          <p:cNvSpPr/>
          <p:nvPr/>
        </p:nvSpPr>
        <p:spPr>
          <a:xfrm>
            <a:off x="9330572" y="2210792"/>
            <a:ext cx="304800" cy="914400"/>
          </a:xfrm>
          <a:custGeom>
            <a:avLst/>
            <a:gdLst>
              <a:gd name="connsiteX0" fmla="*/ 0 w 304800"/>
              <a:gd name="connsiteY0" fmla="*/ 462915 h 914400"/>
              <a:gd name="connsiteX1" fmla="*/ 9525 w 304800"/>
              <a:gd name="connsiteY1" fmla="*/ 415290 h 914400"/>
              <a:gd name="connsiteX2" fmla="*/ 32385 w 304800"/>
              <a:gd name="connsiteY2" fmla="*/ 384810 h 914400"/>
              <a:gd name="connsiteX3" fmla="*/ 57150 w 304800"/>
              <a:gd name="connsiteY3" fmla="*/ 342900 h 914400"/>
              <a:gd name="connsiteX4" fmla="*/ 72390 w 304800"/>
              <a:gd name="connsiteY4" fmla="*/ 287655 h 914400"/>
              <a:gd name="connsiteX5" fmla="*/ 91440 w 304800"/>
              <a:gd name="connsiteY5" fmla="*/ 217170 h 914400"/>
              <a:gd name="connsiteX6" fmla="*/ 112395 w 304800"/>
              <a:gd name="connsiteY6" fmla="*/ 142875 h 914400"/>
              <a:gd name="connsiteX7" fmla="*/ 118110 w 304800"/>
              <a:gd name="connsiteY7" fmla="*/ 70485 h 914400"/>
              <a:gd name="connsiteX8" fmla="*/ 125730 w 304800"/>
              <a:gd name="connsiteY8" fmla="*/ 24765 h 914400"/>
              <a:gd name="connsiteX9" fmla="*/ 125730 w 304800"/>
              <a:gd name="connsiteY9" fmla="*/ 0 h 914400"/>
              <a:gd name="connsiteX10" fmla="*/ 177165 w 304800"/>
              <a:gd name="connsiteY10" fmla="*/ 3810 h 914400"/>
              <a:gd name="connsiteX11" fmla="*/ 177165 w 304800"/>
              <a:gd name="connsiteY11" fmla="*/ 57150 h 914400"/>
              <a:gd name="connsiteX12" fmla="*/ 194310 w 304800"/>
              <a:gd name="connsiteY12" fmla="*/ 142875 h 914400"/>
              <a:gd name="connsiteX13" fmla="*/ 215265 w 304800"/>
              <a:gd name="connsiteY13" fmla="*/ 205740 h 914400"/>
              <a:gd name="connsiteX14" fmla="*/ 224790 w 304800"/>
              <a:gd name="connsiteY14" fmla="*/ 238125 h 914400"/>
              <a:gd name="connsiteX15" fmla="*/ 228600 w 304800"/>
              <a:gd name="connsiteY15" fmla="*/ 262890 h 914400"/>
              <a:gd name="connsiteX16" fmla="*/ 230505 w 304800"/>
              <a:gd name="connsiteY16" fmla="*/ 276225 h 914400"/>
              <a:gd name="connsiteX17" fmla="*/ 236220 w 304800"/>
              <a:gd name="connsiteY17" fmla="*/ 295275 h 914400"/>
              <a:gd name="connsiteX18" fmla="*/ 241935 w 304800"/>
              <a:gd name="connsiteY18" fmla="*/ 323850 h 914400"/>
              <a:gd name="connsiteX19" fmla="*/ 243840 w 304800"/>
              <a:gd name="connsiteY19" fmla="*/ 337185 h 914400"/>
              <a:gd name="connsiteX20" fmla="*/ 251460 w 304800"/>
              <a:gd name="connsiteY20" fmla="*/ 358140 h 914400"/>
              <a:gd name="connsiteX21" fmla="*/ 259080 w 304800"/>
              <a:gd name="connsiteY21" fmla="*/ 373380 h 914400"/>
              <a:gd name="connsiteX22" fmla="*/ 289560 w 304800"/>
              <a:gd name="connsiteY22" fmla="*/ 428625 h 914400"/>
              <a:gd name="connsiteX23" fmla="*/ 300990 w 304800"/>
              <a:gd name="connsiteY23" fmla="*/ 462915 h 914400"/>
              <a:gd name="connsiteX24" fmla="*/ 304800 w 304800"/>
              <a:gd name="connsiteY24" fmla="*/ 501015 h 914400"/>
              <a:gd name="connsiteX25" fmla="*/ 297180 w 304800"/>
              <a:gd name="connsiteY25" fmla="*/ 527685 h 914400"/>
              <a:gd name="connsiteX26" fmla="*/ 281940 w 304800"/>
              <a:gd name="connsiteY26" fmla="*/ 558165 h 914400"/>
              <a:gd name="connsiteX27" fmla="*/ 268605 w 304800"/>
              <a:gd name="connsiteY27" fmla="*/ 586740 h 914400"/>
              <a:gd name="connsiteX28" fmla="*/ 262890 w 304800"/>
              <a:gd name="connsiteY28" fmla="*/ 607695 h 914400"/>
              <a:gd name="connsiteX29" fmla="*/ 253365 w 304800"/>
              <a:gd name="connsiteY29" fmla="*/ 636270 h 914400"/>
              <a:gd name="connsiteX30" fmla="*/ 245745 w 304800"/>
              <a:gd name="connsiteY30" fmla="*/ 653415 h 914400"/>
              <a:gd name="connsiteX31" fmla="*/ 234315 w 304800"/>
              <a:gd name="connsiteY31" fmla="*/ 685800 h 914400"/>
              <a:gd name="connsiteX32" fmla="*/ 224790 w 304800"/>
              <a:gd name="connsiteY32" fmla="*/ 720090 h 914400"/>
              <a:gd name="connsiteX33" fmla="*/ 211455 w 304800"/>
              <a:gd name="connsiteY33" fmla="*/ 765810 h 914400"/>
              <a:gd name="connsiteX34" fmla="*/ 209550 w 304800"/>
              <a:gd name="connsiteY34" fmla="*/ 788670 h 914400"/>
              <a:gd name="connsiteX35" fmla="*/ 209550 w 304800"/>
              <a:gd name="connsiteY35" fmla="*/ 805815 h 914400"/>
              <a:gd name="connsiteX36" fmla="*/ 205740 w 304800"/>
              <a:gd name="connsiteY36" fmla="*/ 834390 h 914400"/>
              <a:gd name="connsiteX37" fmla="*/ 198120 w 304800"/>
              <a:gd name="connsiteY37" fmla="*/ 872490 h 914400"/>
              <a:gd name="connsiteX38" fmla="*/ 192405 w 304800"/>
              <a:gd name="connsiteY38" fmla="*/ 899160 h 914400"/>
              <a:gd name="connsiteX39" fmla="*/ 169545 w 304800"/>
              <a:gd name="connsiteY39" fmla="*/ 912495 h 914400"/>
              <a:gd name="connsiteX40" fmla="*/ 125730 w 304800"/>
              <a:gd name="connsiteY40" fmla="*/ 914400 h 914400"/>
              <a:gd name="connsiteX41" fmla="*/ 118110 w 304800"/>
              <a:gd name="connsiteY41" fmla="*/ 897255 h 914400"/>
              <a:gd name="connsiteX42" fmla="*/ 110490 w 304800"/>
              <a:gd name="connsiteY42" fmla="*/ 862965 h 914400"/>
              <a:gd name="connsiteX43" fmla="*/ 97155 w 304800"/>
              <a:gd name="connsiteY43" fmla="*/ 824865 h 914400"/>
              <a:gd name="connsiteX44" fmla="*/ 89535 w 304800"/>
              <a:gd name="connsiteY44" fmla="*/ 760095 h 914400"/>
              <a:gd name="connsiteX45" fmla="*/ 87630 w 304800"/>
              <a:gd name="connsiteY45" fmla="*/ 710565 h 914400"/>
              <a:gd name="connsiteX46" fmla="*/ 68580 w 304800"/>
              <a:gd name="connsiteY46" fmla="*/ 647700 h 914400"/>
              <a:gd name="connsiteX47" fmla="*/ 53340 w 304800"/>
              <a:gd name="connsiteY47" fmla="*/ 615315 h 914400"/>
              <a:gd name="connsiteX48" fmla="*/ 34290 w 304800"/>
              <a:gd name="connsiteY48" fmla="*/ 579120 h 914400"/>
              <a:gd name="connsiteX49" fmla="*/ 11430 w 304800"/>
              <a:gd name="connsiteY49" fmla="*/ 535305 h 914400"/>
              <a:gd name="connsiteX50" fmla="*/ 0 w 304800"/>
              <a:gd name="connsiteY50" fmla="*/ 462915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304800" h="914400">
                <a:moveTo>
                  <a:pt x="0" y="462915"/>
                </a:moveTo>
                <a:lnTo>
                  <a:pt x="9525" y="415290"/>
                </a:lnTo>
                <a:lnTo>
                  <a:pt x="32385" y="384810"/>
                </a:lnTo>
                <a:lnTo>
                  <a:pt x="57150" y="342900"/>
                </a:lnTo>
                <a:lnTo>
                  <a:pt x="72390" y="287655"/>
                </a:lnTo>
                <a:lnTo>
                  <a:pt x="91440" y="217170"/>
                </a:lnTo>
                <a:lnTo>
                  <a:pt x="112395" y="142875"/>
                </a:lnTo>
                <a:lnTo>
                  <a:pt x="118110" y="70485"/>
                </a:lnTo>
                <a:lnTo>
                  <a:pt x="125730" y="24765"/>
                </a:lnTo>
                <a:lnTo>
                  <a:pt x="125730" y="0"/>
                </a:lnTo>
                <a:lnTo>
                  <a:pt x="177165" y="3810"/>
                </a:lnTo>
                <a:lnTo>
                  <a:pt x="177165" y="57150"/>
                </a:lnTo>
                <a:lnTo>
                  <a:pt x="194310" y="142875"/>
                </a:lnTo>
                <a:lnTo>
                  <a:pt x="215265" y="205740"/>
                </a:lnTo>
                <a:lnTo>
                  <a:pt x="224790" y="238125"/>
                </a:lnTo>
                <a:lnTo>
                  <a:pt x="228600" y="262890"/>
                </a:lnTo>
                <a:lnTo>
                  <a:pt x="230505" y="276225"/>
                </a:lnTo>
                <a:lnTo>
                  <a:pt x="236220" y="295275"/>
                </a:lnTo>
                <a:lnTo>
                  <a:pt x="241935" y="323850"/>
                </a:lnTo>
                <a:lnTo>
                  <a:pt x="243840" y="337185"/>
                </a:lnTo>
                <a:lnTo>
                  <a:pt x="251460" y="358140"/>
                </a:lnTo>
                <a:lnTo>
                  <a:pt x="259080" y="373380"/>
                </a:lnTo>
                <a:lnTo>
                  <a:pt x="289560" y="428625"/>
                </a:lnTo>
                <a:lnTo>
                  <a:pt x="300990" y="462915"/>
                </a:lnTo>
                <a:lnTo>
                  <a:pt x="304800" y="501015"/>
                </a:lnTo>
                <a:lnTo>
                  <a:pt x="297180" y="527685"/>
                </a:lnTo>
                <a:lnTo>
                  <a:pt x="281940" y="558165"/>
                </a:lnTo>
                <a:lnTo>
                  <a:pt x="268605" y="586740"/>
                </a:lnTo>
                <a:lnTo>
                  <a:pt x="262890" y="607695"/>
                </a:lnTo>
                <a:lnTo>
                  <a:pt x="253365" y="636270"/>
                </a:lnTo>
                <a:lnTo>
                  <a:pt x="245745" y="653415"/>
                </a:lnTo>
                <a:lnTo>
                  <a:pt x="234315" y="685800"/>
                </a:lnTo>
                <a:lnTo>
                  <a:pt x="224790" y="720090"/>
                </a:lnTo>
                <a:lnTo>
                  <a:pt x="211455" y="765810"/>
                </a:lnTo>
                <a:lnTo>
                  <a:pt x="209550" y="788670"/>
                </a:lnTo>
                <a:lnTo>
                  <a:pt x="209550" y="805815"/>
                </a:lnTo>
                <a:lnTo>
                  <a:pt x="205740" y="834390"/>
                </a:lnTo>
                <a:lnTo>
                  <a:pt x="198120" y="872490"/>
                </a:lnTo>
                <a:lnTo>
                  <a:pt x="192405" y="899160"/>
                </a:lnTo>
                <a:lnTo>
                  <a:pt x="169545" y="912495"/>
                </a:lnTo>
                <a:lnTo>
                  <a:pt x="125730" y="914400"/>
                </a:lnTo>
                <a:lnTo>
                  <a:pt x="118110" y="897255"/>
                </a:lnTo>
                <a:lnTo>
                  <a:pt x="110490" y="862965"/>
                </a:lnTo>
                <a:lnTo>
                  <a:pt x="97155" y="824865"/>
                </a:lnTo>
                <a:lnTo>
                  <a:pt x="89535" y="760095"/>
                </a:lnTo>
                <a:lnTo>
                  <a:pt x="87630" y="710565"/>
                </a:lnTo>
                <a:lnTo>
                  <a:pt x="68580" y="647700"/>
                </a:lnTo>
                <a:lnTo>
                  <a:pt x="53340" y="615315"/>
                </a:lnTo>
                <a:lnTo>
                  <a:pt x="34290" y="579120"/>
                </a:lnTo>
                <a:lnTo>
                  <a:pt x="11430" y="535305"/>
                </a:lnTo>
                <a:lnTo>
                  <a:pt x="0" y="462915"/>
                </a:lnTo>
                <a:close/>
              </a:path>
            </a:pathLst>
          </a:cu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0" name="Freeform: Shape 179">
            <a:extLst>
              <a:ext uri="{FF2B5EF4-FFF2-40B4-BE49-F238E27FC236}">
                <a16:creationId xmlns:a16="http://schemas.microsoft.com/office/drawing/2014/main" id="{2B0C6731-55E6-FE66-7181-2EB366C50E3D}"/>
              </a:ext>
            </a:extLst>
          </p:cNvPr>
          <p:cNvSpPr/>
          <p:nvPr/>
        </p:nvSpPr>
        <p:spPr>
          <a:xfrm>
            <a:off x="9777537" y="2091310"/>
            <a:ext cx="151386" cy="1159166"/>
          </a:xfrm>
          <a:custGeom>
            <a:avLst/>
            <a:gdLst>
              <a:gd name="connsiteX0" fmla="*/ 0 w 304800"/>
              <a:gd name="connsiteY0" fmla="*/ 462915 h 914400"/>
              <a:gd name="connsiteX1" fmla="*/ 9525 w 304800"/>
              <a:gd name="connsiteY1" fmla="*/ 415290 h 914400"/>
              <a:gd name="connsiteX2" fmla="*/ 32385 w 304800"/>
              <a:gd name="connsiteY2" fmla="*/ 384810 h 914400"/>
              <a:gd name="connsiteX3" fmla="*/ 57150 w 304800"/>
              <a:gd name="connsiteY3" fmla="*/ 342900 h 914400"/>
              <a:gd name="connsiteX4" fmla="*/ 72390 w 304800"/>
              <a:gd name="connsiteY4" fmla="*/ 287655 h 914400"/>
              <a:gd name="connsiteX5" fmla="*/ 91440 w 304800"/>
              <a:gd name="connsiteY5" fmla="*/ 217170 h 914400"/>
              <a:gd name="connsiteX6" fmla="*/ 112395 w 304800"/>
              <a:gd name="connsiteY6" fmla="*/ 142875 h 914400"/>
              <a:gd name="connsiteX7" fmla="*/ 118110 w 304800"/>
              <a:gd name="connsiteY7" fmla="*/ 70485 h 914400"/>
              <a:gd name="connsiteX8" fmla="*/ 125730 w 304800"/>
              <a:gd name="connsiteY8" fmla="*/ 24765 h 914400"/>
              <a:gd name="connsiteX9" fmla="*/ 125730 w 304800"/>
              <a:gd name="connsiteY9" fmla="*/ 0 h 914400"/>
              <a:gd name="connsiteX10" fmla="*/ 177165 w 304800"/>
              <a:gd name="connsiteY10" fmla="*/ 3810 h 914400"/>
              <a:gd name="connsiteX11" fmla="*/ 177165 w 304800"/>
              <a:gd name="connsiteY11" fmla="*/ 57150 h 914400"/>
              <a:gd name="connsiteX12" fmla="*/ 194310 w 304800"/>
              <a:gd name="connsiteY12" fmla="*/ 142875 h 914400"/>
              <a:gd name="connsiteX13" fmla="*/ 215265 w 304800"/>
              <a:gd name="connsiteY13" fmla="*/ 205740 h 914400"/>
              <a:gd name="connsiteX14" fmla="*/ 224790 w 304800"/>
              <a:gd name="connsiteY14" fmla="*/ 238125 h 914400"/>
              <a:gd name="connsiteX15" fmla="*/ 228600 w 304800"/>
              <a:gd name="connsiteY15" fmla="*/ 262890 h 914400"/>
              <a:gd name="connsiteX16" fmla="*/ 230505 w 304800"/>
              <a:gd name="connsiteY16" fmla="*/ 276225 h 914400"/>
              <a:gd name="connsiteX17" fmla="*/ 236220 w 304800"/>
              <a:gd name="connsiteY17" fmla="*/ 295275 h 914400"/>
              <a:gd name="connsiteX18" fmla="*/ 241935 w 304800"/>
              <a:gd name="connsiteY18" fmla="*/ 323850 h 914400"/>
              <a:gd name="connsiteX19" fmla="*/ 243840 w 304800"/>
              <a:gd name="connsiteY19" fmla="*/ 337185 h 914400"/>
              <a:gd name="connsiteX20" fmla="*/ 251460 w 304800"/>
              <a:gd name="connsiteY20" fmla="*/ 358140 h 914400"/>
              <a:gd name="connsiteX21" fmla="*/ 259080 w 304800"/>
              <a:gd name="connsiteY21" fmla="*/ 373380 h 914400"/>
              <a:gd name="connsiteX22" fmla="*/ 289560 w 304800"/>
              <a:gd name="connsiteY22" fmla="*/ 428625 h 914400"/>
              <a:gd name="connsiteX23" fmla="*/ 300990 w 304800"/>
              <a:gd name="connsiteY23" fmla="*/ 462915 h 914400"/>
              <a:gd name="connsiteX24" fmla="*/ 304800 w 304800"/>
              <a:gd name="connsiteY24" fmla="*/ 501015 h 914400"/>
              <a:gd name="connsiteX25" fmla="*/ 297180 w 304800"/>
              <a:gd name="connsiteY25" fmla="*/ 527685 h 914400"/>
              <a:gd name="connsiteX26" fmla="*/ 281940 w 304800"/>
              <a:gd name="connsiteY26" fmla="*/ 558165 h 914400"/>
              <a:gd name="connsiteX27" fmla="*/ 268605 w 304800"/>
              <a:gd name="connsiteY27" fmla="*/ 586740 h 914400"/>
              <a:gd name="connsiteX28" fmla="*/ 262890 w 304800"/>
              <a:gd name="connsiteY28" fmla="*/ 607695 h 914400"/>
              <a:gd name="connsiteX29" fmla="*/ 253365 w 304800"/>
              <a:gd name="connsiteY29" fmla="*/ 636270 h 914400"/>
              <a:gd name="connsiteX30" fmla="*/ 245745 w 304800"/>
              <a:gd name="connsiteY30" fmla="*/ 653415 h 914400"/>
              <a:gd name="connsiteX31" fmla="*/ 234315 w 304800"/>
              <a:gd name="connsiteY31" fmla="*/ 685800 h 914400"/>
              <a:gd name="connsiteX32" fmla="*/ 224790 w 304800"/>
              <a:gd name="connsiteY32" fmla="*/ 720090 h 914400"/>
              <a:gd name="connsiteX33" fmla="*/ 211455 w 304800"/>
              <a:gd name="connsiteY33" fmla="*/ 765810 h 914400"/>
              <a:gd name="connsiteX34" fmla="*/ 209550 w 304800"/>
              <a:gd name="connsiteY34" fmla="*/ 788670 h 914400"/>
              <a:gd name="connsiteX35" fmla="*/ 209550 w 304800"/>
              <a:gd name="connsiteY35" fmla="*/ 805815 h 914400"/>
              <a:gd name="connsiteX36" fmla="*/ 205740 w 304800"/>
              <a:gd name="connsiteY36" fmla="*/ 834390 h 914400"/>
              <a:gd name="connsiteX37" fmla="*/ 198120 w 304800"/>
              <a:gd name="connsiteY37" fmla="*/ 872490 h 914400"/>
              <a:gd name="connsiteX38" fmla="*/ 192405 w 304800"/>
              <a:gd name="connsiteY38" fmla="*/ 899160 h 914400"/>
              <a:gd name="connsiteX39" fmla="*/ 169545 w 304800"/>
              <a:gd name="connsiteY39" fmla="*/ 912495 h 914400"/>
              <a:gd name="connsiteX40" fmla="*/ 125730 w 304800"/>
              <a:gd name="connsiteY40" fmla="*/ 914400 h 914400"/>
              <a:gd name="connsiteX41" fmla="*/ 118110 w 304800"/>
              <a:gd name="connsiteY41" fmla="*/ 897255 h 914400"/>
              <a:gd name="connsiteX42" fmla="*/ 110490 w 304800"/>
              <a:gd name="connsiteY42" fmla="*/ 862965 h 914400"/>
              <a:gd name="connsiteX43" fmla="*/ 97155 w 304800"/>
              <a:gd name="connsiteY43" fmla="*/ 824865 h 914400"/>
              <a:gd name="connsiteX44" fmla="*/ 89535 w 304800"/>
              <a:gd name="connsiteY44" fmla="*/ 760095 h 914400"/>
              <a:gd name="connsiteX45" fmla="*/ 87630 w 304800"/>
              <a:gd name="connsiteY45" fmla="*/ 710565 h 914400"/>
              <a:gd name="connsiteX46" fmla="*/ 68580 w 304800"/>
              <a:gd name="connsiteY46" fmla="*/ 647700 h 914400"/>
              <a:gd name="connsiteX47" fmla="*/ 53340 w 304800"/>
              <a:gd name="connsiteY47" fmla="*/ 615315 h 914400"/>
              <a:gd name="connsiteX48" fmla="*/ 34290 w 304800"/>
              <a:gd name="connsiteY48" fmla="*/ 579120 h 914400"/>
              <a:gd name="connsiteX49" fmla="*/ 11430 w 304800"/>
              <a:gd name="connsiteY49" fmla="*/ 535305 h 914400"/>
              <a:gd name="connsiteX50" fmla="*/ 0 w 304800"/>
              <a:gd name="connsiteY50" fmla="*/ 462915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304800" h="914400">
                <a:moveTo>
                  <a:pt x="0" y="462915"/>
                </a:moveTo>
                <a:lnTo>
                  <a:pt x="9525" y="415290"/>
                </a:lnTo>
                <a:lnTo>
                  <a:pt x="32385" y="384810"/>
                </a:lnTo>
                <a:lnTo>
                  <a:pt x="57150" y="342900"/>
                </a:lnTo>
                <a:lnTo>
                  <a:pt x="72390" y="287655"/>
                </a:lnTo>
                <a:lnTo>
                  <a:pt x="91440" y="217170"/>
                </a:lnTo>
                <a:lnTo>
                  <a:pt x="112395" y="142875"/>
                </a:lnTo>
                <a:lnTo>
                  <a:pt x="118110" y="70485"/>
                </a:lnTo>
                <a:lnTo>
                  <a:pt x="125730" y="24765"/>
                </a:lnTo>
                <a:lnTo>
                  <a:pt x="125730" y="0"/>
                </a:lnTo>
                <a:lnTo>
                  <a:pt x="177165" y="3810"/>
                </a:lnTo>
                <a:lnTo>
                  <a:pt x="177165" y="57150"/>
                </a:lnTo>
                <a:lnTo>
                  <a:pt x="194310" y="142875"/>
                </a:lnTo>
                <a:lnTo>
                  <a:pt x="215265" y="205740"/>
                </a:lnTo>
                <a:lnTo>
                  <a:pt x="224790" y="238125"/>
                </a:lnTo>
                <a:lnTo>
                  <a:pt x="228600" y="262890"/>
                </a:lnTo>
                <a:lnTo>
                  <a:pt x="230505" y="276225"/>
                </a:lnTo>
                <a:lnTo>
                  <a:pt x="236220" y="295275"/>
                </a:lnTo>
                <a:lnTo>
                  <a:pt x="241935" y="323850"/>
                </a:lnTo>
                <a:lnTo>
                  <a:pt x="243840" y="337185"/>
                </a:lnTo>
                <a:lnTo>
                  <a:pt x="251460" y="358140"/>
                </a:lnTo>
                <a:lnTo>
                  <a:pt x="259080" y="373380"/>
                </a:lnTo>
                <a:lnTo>
                  <a:pt x="289560" y="428625"/>
                </a:lnTo>
                <a:lnTo>
                  <a:pt x="300990" y="462915"/>
                </a:lnTo>
                <a:lnTo>
                  <a:pt x="304800" y="501015"/>
                </a:lnTo>
                <a:lnTo>
                  <a:pt x="297180" y="527685"/>
                </a:lnTo>
                <a:lnTo>
                  <a:pt x="281940" y="558165"/>
                </a:lnTo>
                <a:lnTo>
                  <a:pt x="268605" y="586740"/>
                </a:lnTo>
                <a:lnTo>
                  <a:pt x="262890" y="607695"/>
                </a:lnTo>
                <a:lnTo>
                  <a:pt x="253365" y="636270"/>
                </a:lnTo>
                <a:lnTo>
                  <a:pt x="245745" y="653415"/>
                </a:lnTo>
                <a:lnTo>
                  <a:pt x="234315" y="685800"/>
                </a:lnTo>
                <a:lnTo>
                  <a:pt x="224790" y="720090"/>
                </a:lnTo>
                <a:lnTo>
                  <a:pt x="211455" y="765810"/>
                </a:lnTo>
                <a:lnTo>
                  <a:pt x="209550" y="788670"/>
                </a:lnTo>
                <a:lnTo>
                  <a:pt x="209550" y="805815"/>
                </a:lnTo>
                <a:lnTo>
                  <a:pt x="205740" y="834390"/>
                </a:lnTo>
                <a:lnTo>
                  <a:pt x="198120" y="872490"/>
                </a:lnTo>
                <a:lnTo>
                  <a:pt x="192405" y="899160"/>
                </a:lnTo>
                <a:lnTo>
                  <a:pt x="169545" y="912495"/>
                </a:lnTo>
                <a:lnTo>
                  <a:pt x="125730" y="914400"/>
                </a:lnTo>
                <a:lnTo>
                  <a:pt x="118110" y="897255"/>
                </a:lnTo>
                <a:lnTo>
                  <a:pt x="110490" y="862965"/>
                </a:lnTo>
                <a:lnTo>
                  <a:pt x="97155" y="824865"/>
                </a:lnTo>
                <a:lnTo>
                  <a:pt x="89535" y="760095"/>
                </a:lnTo>
                <a:lnTo>
                  <a:pt x="87630" y="710565"/>
                </a:lnTo>
                <a:lnTo>
                  <a:pt x="68580" y="647700"/>
                </a:lnTo>
                <a:lnTo>
                  <a:pt x="53340" y="615315"/>
                </a:lnTo>
                <a:lnTo>
                  <a:pt x="34290" y="579120"/>
                </a:lnTo>
                <a:lnTo>
                  <a:pt x="11430" y="535305"/>
                </a:lnTo>
                <a:lnTo>
                  <a:pt x="0" y="462915"/>
                </a:lnTo>
                <a:close/>
              </a:path>
            </a:pathLst>
          </a:cu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1" name="Freeform: Shape 180">
            <a:extLst>
              <a:ext uri="{FF2B5EF4-FFF2-40B4-BE49-F238E27FC236}">
                <a16:creationId xmlns:a16="http://schemas.microsoft.com/office/drawing/2014/main" id="{E6293642-8140-9938-3D11-874DE57441CF}"/>
              </a:ext>
            </a:extLst>
          </p:cNvPr>
          <p:cNvSpPr/>
          <p:nvPr/>
        </p:nvSpPr>
        <p:spPr>
          <a:xfrm>
            <a:off x="10059227" y="2321628"/>
            <a:ext cx="270405" cy="476920"/>
          </a:xfrm>
          <a:custGeom>
            <a:avLst/>
            <a:gdLst>
              <a:gd name="connsiteX0" fmla="*/ 0 w 304800"/>
              <a:gd name="connsiteY0" fmla="*/ 462915 h 914400"/>
              <a:gd name="connsiteX1" fmla="*/ 9525 w 304800"/>
              <a:gd name="connsiteY1" fmla="*/ 415290 h 914400"/>
              <a:gd name="connsiteX2" fmla="*/ 32385 w 304800"/>
              <a:gd name="connsiteY2" fmla="*/ 384810 h 914400"/>
              <a:gd name="connsiteX3" fmla="*/ 57150 w 304800"/>
              <a:gd name="connsiteY3" fmla="*/ 342900 h 914400"/>
              <a:gd name="connsiteX4" fmla="*/ 72390 w 304800"/>
              <a:gd name="connsiteY4" fmla="*/ 287655 h 914400"/>
              <a:gd name="connsiteX5" fmla="*/ 91440 w 304800"/>
              <a:gd name="connsiteY5" fmla="*/ 217170 h 914400"/>
              <a:gd name="connsiteX6" fmla="*/ 112395 w 304800"/>
              <a:gd name="connsiteY6" fmla="*/ 142875 h 914400"/>
              <a:gd name="connsiteX7" fmla="*/ 118110 w 304800"/>
              <a:gd name="connsiteY7" fmla="*/ 70485 h 914400"/>
              <a:gd name="connsiteX8" fmla="*/ 125730 w 304800"/>
              <a:gd name="connsiteY8" fmla="*/ 24765 h 914400"/>
              <a:gd name="connsiteX9" fmla="*/ 125730 w 304800"/>
              <a:gd name="connsiteY9" fmla="*/ 0 h 914400"/>
              <a:gd name="connsiteX10" fmla="*/ 177165 w 304800"/>
              <a:gd name="connsiteY10" fmla="*/ 3810 h 914400"/>
              <a:gd name="connsiteX11" fmla="*/ 177165 w 304800"/>
              <a:gd name="connsiteY11" fmla="*/ 57150 h 914400"/>
              <a:gd name="connsiteX12" fmla="*/ 194310 w 304800"/>
              <a:gd name="connsiteY12" fmla="*/ 142875 h 914400"/>
              <a:gd name="connsiteX13" fmla="*/ 215265 w 304800"/>
              <a:gd name="connsiteY13" fmla="*/ 205740 h 914400"/>
              <a:gd name="connsiteX14" fmla="*/ 224790 w 304800"/>
              <a:gd name="connsiteY14" fmla="*/ 238125 h 914400"/>
              <a:gd name="connsiteX15" fmla="*/ 228600 w 304800"/>
              <a:gd name="connsiteY15" fmla="*/ 262890 h 914400"/>
              <a:gd name="connsiteX16" fmla="*/ 230505 w 304800"/>
              <a:gd name="connsiteY16" fmla="*/ 276225 h 914400"/>
              <a:gd name="connsiteX17" fmla="*/ 236220 w 304800"/>
              <a:gd name="connsiteY17" fmla="*/ 295275 h 914400"/>
              <a:gd name="connsiteX18" fmla="*/ 241935 w 304800"/>
              <a:gd name="connsiteY18" fmla="*/ 323850 h 914400"/>
              <a:gd name="connsiteX19" fmla="*/ 243840 w 304800"/>
              <a:gd name="connsiteY19" fmla="*/ 337185 h 914400"/>
              <a:gd name="connsiteX20" fmla="*/ 251460 w 304800"/>
              <a:gd name="connsiteY20" fmla="*/ 358140 h 914400"/>
              <a:gd name="connsiteX21" fmla="*/ 259080 w 304800"/>
              <a:gd name="connsiteY21" fmla="*/ 373380 h 914400"/>
              <a:gd name="connsiteX22" fmla="*/ 289560 w 304800"/>
              <a:gd name="connsiteY22" fmla="*/ 428625 h 914400"/>
              <a:gd name="connsiteX23" fmla="*/ 300990 w 304800"/>
              <a:gd name="connsiteY23" fmla="*/ 462915 h 914400"/>
              <a:gd name="connsiteX24" fmla="*/ 304800 w 304800"/>
              <a:gd name="connsiteY24" fmla="*/ 501015 h 914400"/>
              <a:gd name="connsiteX25" fmla="*/ 297180 w 304800"/>
              <a:gd name="connsiteY25" fmla="*/ 527685 h 914400"/>
              <a:gd name="connsiteX26" fmla="*/ 281940 w 304800"/>
              <a:gd name="connsiteY26" fmla="*/ 558165 h 914400"/>
              <a:gd name="connsiteX27" fmla="*/ 268605 w 304800"/>
              <a:gd name="connsiteY27" fmla="*/ 586740 h 914400"/>
              <a:gd name="connsiteX28" fmla="*/ 262890 w 304800"/>
              <a:gd name="connsiteY28" fmla="*/ 607695 h 914400"/>
              <a:gd name="connsiteX29" fmla="*/ 253365 w 304800"/>
              <a:gd name="connsiteY29" fmla="*/ 636270 h 914400"/>
              <a:gd name="connsiteX30" fmla="*/ 245745 w 304800"/>
              <a:gd name="connsiteY30" fmla="*/ 653415 h 914400"/>
              <a:gd name="connsiteX31" fmla="*/ 234315 w 304800"/>
              <a:gd name="connsiteY31" fmla="*/ 685800 h 914400"/>
              <a:gd name="connsiteX32" fmla="*/ 224790 w 304800"/>
              <a:gd name="connsiteY32" fmla="*/ 720090 h 914400"/>
              <a:gd name="connsiteX33" fmla="*/ 211455 w 304800"/>
              <a:gd name="connsiteY33" fmla="*/ 765810 h 914400"/>
              <a:gd name="connsiteX34" fmla="*/ 209550 w 304800"/>
              <a:gd name="connsiteY34" fmla="*/ 788670 h 914400"/>
              <a:gd name="connsiteX35" fmla="*/ 209550 w 304800"/>
              <a:gd name="connsiteY35" fmla="*/ 805815 h 914400"/>
              <a:gd name="connsiteX36" fmla="*/ 205740 w 304800"/>
              <a:gd name="connsiteY36" fmla="*/ 834390 h 914400"/>
              <a:gd name="connsiteX37" fmla="*/ 198120 w 304800"/>
              <a:gd name="connsiteY37" fmla="*/ 872490 h 914400"/>
              <a:gd name="connsiteX38" fmla="*/ 192405 w 304800"/>
              <a:gd name="connsiteY38" fmla="*/ 899160 h 914400"/>
              <a:gd name="connsiteX39" fmla="*/ 169545 w 304800"/>
              <a:gd name="connsiteY39" fmla="*/ 912495 h 914400"/>
              <a:gd name="connsiteX40" fmla="*/ 125730 w 304800"/>
              <a:gd name="connsiteY40" fmla="*/ 914400 h 914400"/>
              <a:gd name="connsiteX41" fmla="*/ 118110 w 304800"/>
              <a:gd name="connsiteY41" fmla="*/ 897255 h 914400"/>
              <a:gd name="connsiteX42" fmla="*/ 110490 w 304800"/>
              <a:gd name="connsiteY42" fmla="*/ 862965 h 914400"/>
              <a:gd name="connsiteX43" fmla="*/ 97155 w 304800"/>
              <a:gd name="connsiteY43" fmla="*/ 824865 h 914400"/>
              <a:gd name="connsiteX44" fmla="*/ 89535 w 304800"/>
              <a:gd name="connsiteY44" fmla="*/ 760095 h 914400"/>
              <a:gd name="connsiteX45" fmla="*/ 87630 w 304800"/>
              <a:gd name="connsiteY45" fmla="*/ 710565 h 914400"/>
              <a:gd name="connsiteX46" fmla="*/ 68580 w 304800"/>
              <a:gd name="connsiteY46" fmla="*/ 647700 h 914400"/>
              <a:gd name="connsiteX47" fmla="*/ 53340 w 304800"/>
              <a:gd name="connsiteY47" fmla="*/ 615315 h 914400"/>
              <a:gd name="connsiteX48" fmla="*/ 34290 w 304800"/>
              <a:gd name="connsiteY48" fmla="*/ 579120 h 914400"/>
              <a:gd name="connsiteX49" fmla="*/ 11430 w 304800"/>
              <a:gd name="connsiteY49" fmla="*/ 535305 h 914400"/>
              <a:gd name="connsiteX50" fmla="*/ 0 w 304800"/>
              <a:gd name="connsiteY50" fmla="*/ 462915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304800" h="914400">
                <a:moveTo>
                  <a:pt x="0" y="462915"/>
                </a:moveTo>
                <a:lnTo>
                  <a:pt x="9525" y="415290"/>
                </a:lnTo>
                <a:lnTo>
                  <a:pt x="32385" y="384810"/>
                </a:lnTo>
                <a:lnTo>
                  <a:pt x="57150" y="342900"/>
                </a:lnTo>
                <a:lnTo>
                  <a:pt x="72390" y="287655"/>
                </a:lnTo>
                <a:lnTo>
                  <a:pt x="91440" y="217170"/>
                </a:lnTo>
                <a:lnTo>
                  <a:pt x="112395" y="142875"/>
                </a:lnTo>
                <a:lnTo>
                  <a:pt x="118110" y="70485"/>
                </a:lnTo>
                <a:lnTo>
                  <a:pt x="125730" y="24765"/>
                </a:lnTo>
                <a:lnTo>
                  <a:pt x="125730" y="0"/>
                </a:lnTo>
                <a:lnTo>
                  <a:pt x="177165" y="3810"/>
                </a:lnTo>
                <a:lnTo>
                  <a:pt x="177165" y="57150"/>
                </a:lnTo>
                <a:lnTo>
                  <a:pt x="194310" y="142875"/>
                </a:lnTo>
                <a:lnTo>
                  <a:pt x="215265" y="205740"/>
                </a:lnTo>
                <a:lnTo>
                  <a:pt x="224790" y="238125"/>
                </a:lnTo>
                <a:lnTo>
                  <a:pt x="228600" y="262890"/>
                </a:lnTo>
                <a:lnTo>
                  <a:pt x="230505" y="276225"/>
                </a:lnTo>
                <a:lnTo>
                  <a:pt x="236220" y="295275"/>
                </a:lnTo>
                <a:lnTo>
                  <a:pt x="241935" y="323850"/>
                </a:lnTo>
                <a:lnTo>
                  <a:pt x="243840" y="337185"/>
                </a:lnTo>
                <a:lnTo>
                  <a:pt x="251460" y="358140"/>
                </a:lnTo>
                <a:lnTo>
                  <a:pt x="259080" y="373380"/>
                </a:lnTo>
                <a:lnTo>
                  <a:pt x="289560" y="428625"/>
                </a:lnTo>
                <a:lnTo>
                  <a:pt x="300990" y="462915"/>
                </a:lnTo>
                <a:lnTo>
                  <a:pt x="304800" y="501015"/>
                </a:lnTo>
                <a:lnTo>
                  <a:pt x="297180" y="527685"/>
                </a:lnTo>
                <a:lnTo>
                  <a:pt x="281940" y="558165"/>
                </a:lnTo>
                <a:lnTo>
                  <a:pt x="268605" y="586740"/>
                </a:lnTo>
                <a:lnTo>
                  <a:pt x="262890" y="607695"/>
                </a:lnTo>
                <a:lnTo>
                  <a:pt x="253365" y="636270"/>
                </a:lnTo>
                <a:lnTo>
                  <a:pt x="245745" y="653415"/>
                </a:lnTo>
                <a:lnTo>
                  <a:pt x="234315" y="685800"/>
                </a:lnTo>
                <a:lnTo>
                  <a:pt x="224790" y="720090"/>
                </a:lnTo>
                <a:lnTo>
                  <a:pt x="211455" y="765810"/>
                </a:lnTo>
                <a:lnTo>
                  <a:pt x="209550" y="788670"/>
                </a:lnTo>
                <a:lnTo>
                  <a:pt x="209550" y="805815"/>
                </a:lnTo>
                <a:lnTo>
                  <a:pt x="205740" y="834390"/>
                </a:lnTo>
                <a:lnTo>
                  <a:pt x="198120" y="872490"/>
                </a:lnTo>
                <a:lnTo>
                  <a:pt x="192405" y="899160"/>
                </a:lnTo>
                <a:lnTo>
                  <a:pt x="169545" y="912495"/>
                </a:lnTo>
                <a:lnTo>
                  <a:pt x="125730" y="914400"/>
                </a:lnTo>
                <a:lnTo>
                  <a:pt x="118110" y="897255"/>
                </a:lnTo>
                <a:lnTo>
                  <a:pt x="110490" y="862965"/>
                </a:lnTo>
                <a:lnTo>
                  <a:pt x="97155" y="824865"/>
                </a:lnTo>
                <a:lnTo>
                  <a:pt x="89535" y="760095"/>
                </a:lnTo>
                <a:lnTo>
                  <a:pt x="87630" y="710565"/>
                </a:lnTo>
                <a:lnTo>
                  <a:pt x="68580" y="647700"/>
                </a:lnTo>
                <a:lnTo>
                  <a:pt x="53340" y="615315"/>
                </a:lnTo>
                <a:lnTo>
                  <a:pt x="34290" y="579120"/>
                </a:lnTo>
                <a:lnTo>
                  <a:pt x="11430" y="535305"/>
                </a:lnTo>
                <a:lnTo>
                  <a:pt x="0" y="462915"/>
                </a:lnTo>
                <a:close/>
              </a:path>
            </a:pathLst>
          </a:cu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2" name="Freeform: Shape 181">
            <a:extLst>
              <a:ext uri="{FF2B5EF4-FFF2-40B4-BE49-F238E27FC236}">
                <a16:creationId xmlns:a16="http://schemas.microsoft.com/office/drawing/2014/main" id="{A2536F77-FD89-E667-0E5A-45BF640401AF}"/>
              </a:ext>
            </a:extLst>
          </p:cNvPr>
          <p:cNvSpPr/>
          <p:nvPr/>
        </p:nvSpPr>
        <p:spPr>
          <a:xfrm>
            <a:off x="10433634" y="2061108"/>
            <a:ext cx="210925" cy="815442"/>
          </a:xfrm>
          <a:custGeom>
            <a:avLst/>
            <a:gdLst>
              <a:gd name="connsiteX0" fmla="*/ 0 w 304800"/>
              <a:gd name="connsiteY0" fmla="*/ 462915 h 914400"/>
              <a:gd name="connsiteX1" fmla="*/ 9525 w 304800"/>
              <a:gd name="connsiteY1" fmla="*/ 415290 h 914400"/>
              <a:gd name="connsiteX2" fmla="*/ 32385 w 304800"/>
              <a:gd name="connsiteY2" fmla="*/ 384810 h 914400"/>
              <a:gd name="connsiteX3" fmla="*/ 57150 w 304800"/>
              <a:gd name="connsiteY3" fmla="*/ 342900 h 914400"/>
              <a:gd name="connsiteX4" fmla="*/ 72390 w 304800"/>
              <a:gd name="connsiteY4" fmla="*/ 287655 h 914400"/>
              <a:gd name="connsiteX5" fmla="*/ 91440 w 304800"/>
              <a:gd name="connsiteY5" fmla="*/ 217170 h 914400"/>
              <a:gd name="connsiteX6" fmla="*/ 112395 w 304800"/>
              <a:gd name="connsiteY6" fmla="*/ 142875 h 914400"/>
              <a:gd name="connsiteX7" fmla="*/ 118110 w 304800"/>
              <a:gd name="connsiteY7" fmla="*/ 70485 h 914400"/>
              <a:gd name="connsiteX8" fmla="*/ 125730 w 304800"/>
              <a:gd name="connsiteY8" fmla="*/ 24765 h 914400"/>
              <a:gd name="connsiteX9" fmla="*/ 125730 w 304800"/>
              <a:gd name="connsiteY9" fmla="*/ 0 h 914400"/>
              <a:gd name="connsiteX10" fmla="*/ 177165 w 304800"/>
              <a:gd name="connsiteY10" fmla="*/ 3810 h 914400"/>
              <a:gd name="connsiteX11" fmla="*/ 177165 w 304800"/>
              <a:gd name="connsiteY11" fmla="*/ 57150 h 914400"/>
              <a:gd name="connsiteX12" fmla="*/ 194310 w 304800"/>
              <a:gd name="connsiteY12" fmla="*/ 142875 h 914400"/>
              <a:gd name="connsiteX13" fmla="*/ 215265 w 304800"/>
              <a:gd name="connsiteY13" fmla="*/ 205740 h 914400"/>
              <a:gd name="connsiteX14" fmla="*/ 224790 w 304800"/>
              <a:gd name="connsiteY14" fmla="*/ 238125 h 914400"/>
              <a:gd name="connsiteX15" fmla="*/ 228600 w 304800"/>
              <a:gd name="connsiteY15" fmla="*/ 262890 h 914400"/>
              <a:gd name="connsiteX16" fmla="*/ 230505 w 304800"/>
              <a:gd name="connsiteY16" fmla="*/ 276225 h 914400"/>
              <a:gd name="connsiteX17" fmla="*/ 236220 w 304800"/>
              <a:gd name="connsiteY17" fmla="*/ 295275 h 914400"/>
              <a:gd name="connsiteX18" fmla="*/ 241935 w 304800"/>
              <a:gd name="connsiteY18" fmla="*/ 323850 h 914400"/>
              <a:gd name="connsiteX19" fmla="*/ 243840 w 304800"/>
              <a:gd name="connsiteY19" fmla="*/ 337185 h 914400"/>
              <a:gd name="connsiteX20" fmla="*/ 251460 w 304800"/>
              <a:gd name="connsiteY20" fmla="*/ 358140 h 914400"/>
              <a:gd name="connsiteX21" fmla="*/ 259080 w 304800"/>
              <a:gd name="connsiteY21" fmla="*/ 373380 h 914400"/>
              <a:gd name="connsiteX22" fmla="*/ 289560 w 304800"/>
              <a:gd name="connsiteY22" fmla="*/ 428625 h 914400"/>
              <a:gd name="connsiteX23" fmla="*/ 300990 w 304800"/>
              <a:gd name="connsiteY23" fmla="*/ 462915 h 914400"/>
              <a:gd name="connsiteX24" fmla="*/ 304800 w 304800"/>
              <a:gd name="connsiteY24" fmla="*/ 501015 h 914400"/>
              <a:gd name="connsiteX25" fmla="*/ 297180 w 304800"/>
              <a:gd name="connsiteY25" fmla="*/ 527685 h 914400"/>
              <a:gd name="connsiteX26" fmla="*/ 281940 w 304800"/>
              <a:gd name="connsiteY26" fmla="*/ 558165 h 914400"/>
              <a:gd name="connsiteX27" fmla="*/ 268605 w 304800"/>
              <a:gd name="connsiteY27" fmla="*/ 586740 h 914400"/>
              <a:gd name="connsiteX28" fmla="*/ 262890 w 304800"/>
              <a:gd name="connsiteY28" fmla="*/ 607695 h 914400"/>
              <a:gd name="connsiteX29" fmla="*/ 253365 w 304800"/>
              <a:gd name="connsiteY29" fmla="*/ 636270 h 914400"/>
              <a:gd name="connsiteX30" fmla="*/ 245745 w 304800"/>
              <a:gd name="connsiteY30" fmla="*/ 653415 h 914400"/>
              <a:gd name="connsiteX31" fmla="*/ 234315 w 304800"/>
              <a:gd name="connsiteY31" fmla="*/ 685800 h 914400"/>
              <a:gd name="connsiteX32" fmla="*/ 224790 w 304800"/>
              <a:gd name="connsiteY32" fmla="*/ 720090 h 914400"/>
              <a:gd name="connsiteX33" fmla="*/ 211455 w 304800"/>
              <a:gd name="connsiteY33" fmla="*/ 765810 h 914400"/>
              <a:gd name="connsiteX34" fmla="*/ 209550 w 304800"/>
              <a:gd name="connsiteY34" fmla="*/ 788670 h 914400"/>
              <a:gd name="connsiteX35" fmla="*/ 209550 w 304800"/>
              <a:gd name="connsiteY35" fmla="*/ 805815 h 914400"/>
              <a:gd name="connsiteX36" fmla="*/ 205740 w 304800"/>
              <a:gd name="connsiteY36" fmla="*/ 834390 h 914400"/>
              <a:gd name="connsiteX37" fmla="*/ 198120 w 304800"/>
              <a:gd name="connsiteY37" fmla="*/ 872490 h 914400"/>
              <a:gd name="connsiteX38" fmla="*/ 192405 w 304800"/>
              <a:gd name="connsiteY38" fmla="*/ 899160 h 914400"/>
              <a:gd name="connsiteX39" fmla="*/ 169545 w 304800"/>
              <a:gd name="connsiteY39" fmla="*/ 912495 h 914400"/>
              <a:gd name="connsiteX40" fmla="*/ 125730 w 304800"/>
              <a:gd name="connsiteY40" fmla="*/ 914400 h 914400"/>
              <a:gd name="connsiteX41" fmla="*/ 118110 w 304800"/>
              <a:gd name="connsiteY41" fmla="*/ 897255 h 914400"/>
              <a:gd name="connsiteX42" fmla="*/ 110490 w 304800"/>
              <a:gd name="connsiteY42" fmla="*/ 862965 h 914400"/>
              <a:gd name="connsiteX43" fmla="*/ 97155 w 304800"/>
              <a:gd name="connsiteY43" fmla="*/ 824865 h 914400"/>
              <a:gd name="connsiteX44" fmla="*/ 89535 w 304800"/>
              <a:gd name="connsiteY44" fmla="*/ 760095 h 914400"/>
              <a:gd name="connsiteX45" fmla="*/ 87630 w 304800"/>
              <a:gd name="connsiteY45" fmla="*/ 710565 h 914400"/>
              <a:gd name="connsiteX46" fmla="*/ 68580 w 304800"/>
              <a:gd name="connsiteY46" fmla="*/ 647700 h 914400"/>
              <a:gd name="connsiteX47" fmla="*/ 53340 w 304800"/>
              <a:gd name="connsiteY47" fmla="*/ 615315 h 914400"/>
              <a:gd name="connsiteX48" fmla="*/ 34290 w 304800"/>
              <a:gd name="connsiteY48" fmla="*/ 579120 h 914400"/>
              <a:gd name="connsiteX49" fmla="*/ 11430 w 304800"/>
              <a:gd name="connsiteY49" fmla="*/ 535305 h 914400"/>
              <a:gd name="connsiteX50" fmla="*/ 0 w 304800"/>
              <a:gd name="connsiteY50" fmla="*/ 462915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304800" h="914400">
                <a:moveTo>
                  <a:pt x="0" y="462915"/>
                </a:moveTo>
                <a:lnTo>
                  <a:pt x="9525" y="415290"/>
                </a:lnTo>
                <a:lnTo>
                  <a:pt x="32385" y="384810"/>
                </a:lnTo>
                <a:lnTo>
                  <a:pt x="57150" y="342900"/>
                </a:lnTo>
                <a:lnTo>
                  <a:pt x="72390" y="287655"/>
                </a:lnTo>
                <a:lnTo>
                  <a:pt x="91440" y="217170"/>
                </a:lnTo>
                <a:lnTo>
                  <a:pt x="112395" y="142875"/>
                </a:lnTo>
                <a:lnTo>
                  <a:pt x="118110" y="70485"/>
                </a:lnTo>
                <a:lnTo>
                  <a:pt x="125730" y="24765"/>
                </a:lnTo>
                <a:lnTo>
                  <a:pt x="125730" y="0"/>
                </a:lnTo>
                <a:lnTo>
                  <a:pt x="177165" y="3810"/>
                </a:lnTo>
                <a:lnTo>
                  <a:pt x="177165" y="57150"/>
                </a:lnTo>
                <a:lnTo>
                  <a:pt x="194310" y="142875"/>
                </a:lnTo>
                <a:lnTo>
                  <a:pt x="215265" y="205740"/>
                </a:lnTo>
                <a:lnTo>
                  <a:pt x="224790" y="238125"/>
                </a:lnTo>
                <a:lnTo>
                  <a:pt x="228600" y="262890"/>
                </a:lnTo>
                <a:lnTo>
                  <a:pt x="230505" y="276225"/>
                </a:lnTo>
                <a:lnTo>
                  <a:pt x="236220" y="295275"/>
                </a:lnTo>
                <a:lnTo>
                  <a:pt x="241935" y="323850"/>
                </a:lnTo>
                <a:lnTo>
                  <a:pt x="243840" y="337185"/>
                </a:lnTo>
                <a:lnTo>
                  <a:pt x="251460" y="358140"/>
                </a:lnTo>
                <a:lnTo>
                  <a:pt x="259080" y="373380"/>
                </a:lnTo>
                <a:lnTo>
                  <a:pt x="289560" y="428625"/>
                </a:lnTo>
                <a:lnTo>
                  <a:pt x="300990" y="462915"/>
                </a:lnTo>
                <a:lnTo>
                  <a:pt x="304800" y="501015"/>
                </a:lnTo>
                <a:lnTo>
                  <a:pt x="297180" y="527685"/>
                </a:lnTo>
                <a:lnTo>
                  <a:pt x="281940" y="558165"/>
                </a:lnTo>
                <a:lnTo>
                  <a:pt x="268605" y="586740"/>
                </a:lnTo>
                <a:lnTo>
                  <a:pt x="262890" y="607695"/>
                </a:lnTo>
                <a:lnTo>
                  <a:pt x="253365" y="636270"/>
                </a:lnTo>
                <a:lnTo>
                  <a:pt x="245745" y="653415"/>
                </a:lnTo>
                <a:lnTo>
                  <a:pt x="234315" y="685800"/>
                </a:lnTo>
                <a:lnTo>
                  <a:pt x="224790" y="720090"/>
                </a:lnTo>
                <a:lnTo>
                  <a:pt x="211455" y="765810"/>
                </a:lnTo>
                <a:lnTo>
                  <a:pt x="209550" y="788670"/>
                </a:lnTo>
                <a:lnTo>
                  <a:pt x="209550" y="805815"/>
                </a:lnTo>
                <a:lnTo>
                  <a:pt x="205740" y="834390"/>
                </a:lnTo>
                <a:lnTo>
                  <a:pt x="198120" y="872490"/>
                </a:lnTo>
                <a:lnTo>
                  <a:pt x="192405" y="899160"/>
                </a:lnTo>
                <a:lnTo>
                  <a:pt x="169545" y="912495"/>
                </a:lnTo>
                <a:lnTo>
                  <a:pt x="125730" y="914400"/>
                </a:lnTo>
                <a:lnTo>
                  <a:pt x="118110" y="897255"/>
                </a:lnTo>
                <a:lnTo>
                  <a:pt x="110490" y="862965"/>
                </a:lnTo>
                <a:lnTo>
                  <a:pt x="97155" y="824865"/>
                </a:lnTo>
                <a:lnTo>
                  <a:pt x="89535" y="760095"/>
                </a:lnTo>
                <a:lnTo>
                  <a:pt x="87630" y="710565"/>
                </a:lnTo>
                <a:lnTo>
                  <a:pt x="68580" y="647700"/>
                </a:lnTo>
                <a:lnTo>
                  <a:pt x="53340" y="615315"/>
                </a:lnTo>
                <a:lnTo>
                  <a:pt x="34290" y="579120"/>
                </a:lnTo>
                <a:lnTo>
                  <a:pt x="11430" y="535305"/>
                </a:lnTo>
                <a:lnTo>
                  <a:pt x="0" y="462915"/>
                </a:lnTo>
                <a:close/>
              </a:path>
            </a:pathLst>
          </a:cu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E3488142-18B3-78F3-103C-0571099FAD06}"/>
              </a:ext>
            </a:extLst>
          </p:cNvPr>
          <p:cNvCxnSpPr>
            <a:cxnSpLocks/>
          </p:cNvCxnSpPr>
          <p:nvPr/>
        </p:nvCxnSpPr>
        <p:spPr>
          <a:xfrm flipV="1">
            <a:off x="958715" y="3842000"/>
            <a:ext cx="0" cy="1439694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2AF7FE70-70FD-B8BB-E0DC-299B923F9EB9}"/>
              </a:ext>
            </a:extLst>
          </p:cNvPr>
          <p:cNvCxnSpPr>
            <a:cxnSpLocks/>
          </p:cNvCxnSpPr>
          <p:nvPr/>
        </p:nvCxnSpPr>
        <p:spPr>
          <a:xfrm>
            <a:off x="841983" y="5145506"/>
            <a:ext cx="1945532" cy="0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Oval 187">
            <a:extLst>
              <a:ext uri="{FF2B5EF4-FFF2-40B4-BE49-F238E27FC236}">
                <a16:creationId xmlns:a16="http://schemas.microsoft.com/office/drawing/2014/main" id="{BC1B0F8A-811F-8EA9-E687-96F29A9B9C82}"/>
              </a:ext>
            </a:extLst>
          </p:cNvPr>
          <p:cNvSpPr/>
          <p:nvPr/>
        </p:nvSpPr>
        <p:spPr>
          <a:xfrm>
            <a:off x="1389963" y="4162429"/>
            <a:ext cx="252955" cy="252955"/>
          </a:xfrm>
          <a:prstGeom prst="ellipse">
            <a:avLst/>
          </a:prstGeom>
          <a:solidFill>
            <a:srgbClr val="002060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1" name="Oval 190">
            <a:extLst>
              <a:ext uri="{FF2B5EF4-FFF2-40B4-BE49-F238E27FC236}">
                <a16:creationId xmlns:a16="http://schemas.microsoft.com/office/drawing/2014/main" id="{1F8B6F73-FBE6-69F3-3B86-33FF04788252}"/>
              </a:ext>
            </a:extLst>
          </p:cNvPr>
          <p:cNvSpPr/>
          <p:nvPr/>
        </p:nvSpPr>
        <p:spPr>
          <a:xfrm>
            <a:off x="1784082" y="4598866"/>
            <a:ext cx="95518" cy="95518"/>
          </a:xfrm>
          <a:prstGeom prst="ellipse">
            <a:avLst/>
          </a:prstGeom>
          <a:solidFill>
            <a:srgbClr val="00206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D4EB043E-05E5-E94A-AFFC-CADF69370653}"/>
              </a:ext>
            </a:extLst>
          </p:cNvPr>
          <p:cNvSpPr/>
          <p:nvPr/>
        </p:nvSpPr>
        <p:spPr>
          <a:xfrm>
            <a:off x="1606917" y="4446695"/>
            <a:ext cx="117284" cy="117284"/>
          </a:xfrm>
          <a:prstGeom prst="ellipse">
            <a:avLst/>
          </a:prstGeom>
          <a:solidFill>
            <a:srgbClr val="002060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5E2DA9A3-BB84-A01D-DA82-81A62C2FCBB9}"/>
              </a:ext>
            </a:extLst>
          </p:cNvPr>
          <p:cNvSpPr/>
          <p:nvPr/>
        </p:nvSpPr>
        <p:spPr>
          <a:xfrm>
            <a:off x="2041230" y="4214696"/>
            <a:ext cx="81279" cy="81279"/>
          </a:xfrm>
          <a:prstGeom prst="ellipse">
            <a:avLst/>
          </a:prstGeom>
          <a:solidFill>
            <a:srgbClr val="002060">
              <a:alpha val="4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4" name="Oval 193">
            <a:extLst>
              <a:ext uri="{FF2B5EF4-FFF2-40B4-BE49-F238E27FC236}">
                <a16:creationId xmlns:a16="http://schemas.microsoft.com/office/drawing/2014/main" id="{45978A37-58A9-E128-211C-20107D9BA838}"/>
              </a:ext>
            </a:extLst>
          </p:cNvPr>
          <p:cNvSpPr/>
          <p:nvPr/>
        </p:nvSpPr>
        <p:spPr>
          <a:xfrm>
            <a:off x="2180255" y="4387826"/>
            <a:ext cx="270843" cy="270843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E3699F93-80BB-C620-D060-C7D57AB0F0F8}"/>
              </a:ext>
            </a:extLst>
          </p:cNvPr>
          <p:cNvSpPr/>
          <p:nvPr/>
        </p:nvSpPr>
        <p:spPr>
          <a:xfrm>
            <a:off x="1981366" y="4469794"/>
            <a:ext cx="145046" cy="145046"/>
          </a:xfrm>
          <a:prstGeom prst="ellipse">
            <a:avLst/>
          </a:prstGeom>
          <a:solidFill>
            <a:srgbClr val="002060">
              <a:alpha val="5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7" name="Oval 196">
            <a:extLst>
              <a:ext uri="{FF2B5EF4-FFF2-40B4-BE49-F238E27FC236}">
                <a16:creationId xmlns:a16="http://schemas.microsoft.com/office/drawing/2014/main" id="{BC364646-ADE6-D994-BAAC-739A60B9C31E}"/>
              </a:ext>
            </a:extLst>
          </p:cNvPr>
          <p:cNvSpPr/>
          <p:nvPr/>
        </p:nvSpPr>
        <p:spPr>
          <a:xfrm>
            <a:off x="2356081" y="4157014"/>
            <a:ext cx="160018" cy="160018"/>
          </a:xfrm>
          <a:prstGeom prst="ellipse">
            <a:avLst/>
          </a:prstGeom>
          <a:solidFill>
            <a:srgbClr val="00206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8" name="Oval 197">
            <a:extLst>
              <a:ext uri="{FF2B5EF4-FFF2-40B4-BE49-F238E27FC236}">
                <a16:creationId xmlns:a16="http://schemas.microsoft.com/office/drawing/2014/main" id="{BA19E78D-012E-7627-310E-875A5A2EB574}"/>
              </a:ext>
            </a:extLst>
          </p:cNvPr>
          <p:cNvSpPr/>
          <p:nvPr/>
        </p:nvSpPr>
        <p:spPr>
          <a:xfrm>
            <a:off x="2539327" y="4494698"/>
            <a:ext cx="58053" cy="58053"/>
          </a:xfrm>
          <a:prstGeom prst="ellipse">
            <a:avLst/>
          </a:prstGeom>
          <a:solidFill>
            <a:srgbClr val="002060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1" name="Oval 200">
            <a:extLst>
              <a:ext uri="{FF2B5EF4-FFF2-40B4-BE49-F238E27FC236}">
                <a16:creationId xmlns:a16="http://schemas.microsoft.com/office/drawing/2014/main" id="{BB1806A5-3308-6792-38FF-D10A7A7110A4}"/>
              </a:ext>
            </a:extLst>
          </p:cNvPr>
          <p:cNvSpPr/>
          <p:nvPr/>
        </p:nvSpPr>
        <p:spPr>
          <a:xfrm>
            <a:off x="1681732" y="3865436"/>
            <a:ext cx="260273" cy="260273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38A43E08-7A4C-C34E-6393-952C8EBDF2A0}"/>
              </a:ext>
            </a:extLst>
          </p:cNvPr>
          <p:cNvSpPr/>
          <p:nvPr/>
        </p:nvSpPr>
        <p:spPr>
          <a:xfrm>
            <a:off x="1398374" y="4061460"/>
            <a:ext cx="69658" cy="69658"/>
          </a:xfrm>
          <a:prstGeom prst="ellipse">
            <a:avLst/>
          </a:prstGeom>
          <a:solidFill>
            <a:srgbClr val="002060">
              <a:alpha val="3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5" name="Oval 204">
            <a:extLst>
              <a:ext uri="{FF2B5EF4-FFF2-40B4-BE49-F238E27FC236}">
                <a16:creationId xmlns:a16="http://schemas.microsoft.com/office/drawing/2014/main" id="{49457739-740D-65EC-A601-EB2454DC5180}"/>
              </a:ext>
            </a:extLst>
          </p:cNvPr>
          <p:cNvSpPr/>
          <p:nvPr/>
        </p:nvSpPr>
        <p:spPr>
          <a:xfrm>
            <a:off x="1632729" y="4700193"/>
            <a:ext cx="69658" cy="69658"/>
          </a:xfrm>
          <a:prstGeom prst="ellipse">
            <a:avLst/>
          </a:prstGeom>
          <a:solidFill>
            <a:srgbClr val="002060">
              <a:alpha val="3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6" name="Oval 205">
            <a:extLst>
              <a:ext uri="{FF2B5EF4-FFF2-40B4-BE49-F238E27FC236}">
                <a16:creationId xmlns:a16="http://schemas.microsoft.com/office/drawing/2014/main" id="{72437557-4E8E-CDCB-10E7-4E0E9073A505}"/>
              </a:ext>
            </a:extLst>
          </p:cNvPr>
          <p:cNvSpPr/>
          <p:nvPr/>
        </p:nvSpPr>
        <p:spPr>
          <a:xfrm>
            <a:off x="1843663" y="4865968"/>
            <a:ext cx="58053" cy="58053"/>
          </a:xfrm>
          <a:prstGeom prst="ellipse">
            <a:avLst/>
          </a:prstGeom>
          <a:solidFill>
            <a:srgbClr val="002060">
              <a:alpha val="2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7" name="Oval 206">
            <a:extLst>
              <a:ext uri="{FF2B5EF4-FFF2-40B4-BE49-F238E27FC236}">
                <a16:creationId xmlns:a16="http://schemas.microsoft.com/office/drawing/2014/main" id="{5FBAE7F5-3332-0090-CAA8-DB4A221F7E9E}"/>
              </a:ext>
            </a:extLst>
          </p:cNvPr>
          <p:cNvSpPr/>
          <p:nvPr/>
        </p:nvSpPr>
        <p:spPr>
          <a:xfrm>
            <a:off x="2152975" y="4751419"/>
            <a:ext cx="58053" cy="58053"/>
          </a:xfrm>
          <a:prstGeom prst="ellipse">
            <a:avLst/>
          </a:prstGeom>
          <a:solidFill>
            <a:srgbClr val="002060">
              <a:alpha val="2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8" name="Oval 207">
            <a:extLst>
              <a:ext uri="{FF2B5EF4-FFF2-40B4-BE49-F238E27FC236}">
                <a16:creationId xmlns:a16="http://schemas.microsoft.com/office/drawing/2014/main" id="{6FCE6C75-5308-16AF-BA05-3A2C29C0080D}"/>
              </a:ext>
            </a:extLst>
          </p:cNvPr>
          <p:cNvSpPr/>
          <p:nvPr/>
        </p:nvSpPr>
        <p:spPr>
          <a:xfrm>
            <a:off x="2274727" y="4906227"/>
            <a:ext cx="51452" cy="51452"/>
          </a:xfrm>
          <a:prstGeom prst="ellipse">
            <a:avLst/>
          </a:prstGeom>
          <a:solidFill>
            <a:srgbClr val="00206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9" name="Oval 208">
            <a:extLst>
              <a:ext uri="{FF2B5EF4-FFF2-40B4-BE49-F238E27FC236}">
                <a16:creationId xmlns:a16="http://schemas.microsoft.com/office/drawing/2014/main" id="{FE12E42B-8716-2DB8-935A-A2EBFB665CF8}"/>
              </a:ext>
            </a:extLst>
          </p:cNvPr>
          <p:cNvSpPr/>
          <p:nvPr/>
        </p:nvSpPr>
        <p:spPr>
          <a:xfrm>
            <a:off x="2000590" y="4814516"/>
            <a:ext cx="51452" cy="51452"/>
          </a:xfrm>
          <a:prstGeom prst="ellipse">
            <a:avLst/>
          </a:prstGeom>
          <a:solidFill>
            <a:srgbClr val="00206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0" name="Oval 209">
            <a:extLst>
              <a:ext uri="{FF2B5EF4-FFF2-40B4-BE49-F238E27FC236}">
                <a16:creationId xmlns:a16="http://schemas.microsoft.com/office/drawing/2014/main" id="{AA8AE1D5-2A74-09A3-D57E-F1257D841051}"/>
              </a:ext>
            </a:extLst>
          </p:cNvPr>
          <p:cNvSpPr/>
          <p:nvPr/>
        </p:nvSpPr>
        <p:spPr>
          <a:xfrm>
            <a:off x="1606917" y="4872569"/>
            <a:ext cx="51452" cy="51452"/>
          </a:xfrm>
          <a:prstGeom prst="ellipse">
            <a:avLst/>
          </a:prstGeom>
          <a:solidFill>
            <a:srgbClr val="00206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1" name="Oval 210">
            <a:extLst>
              <a:ext uri="{FF2B5EF4-FFF2-40B4-BE49-F238E27FC236}">
                <a16:creationId xmlns:a16="http://schemas.microsoft.com/office/drawing/2014/main" id="{7CB4FFE4-EBC6-8486-EAC3-ED26C1F5DA9D}"/>
              </a:ext>
            </a:extLst>
          </p:cNvPr>
          <p:cNvSpPr/>
          <p:nvPr/>
        </p:nvSpPr>
        <p:spPr>
          <a:xfrm>
            <a:off x="1370662" y="4727545"/>
            <a:ext cx="117284" cy="117284"/>
          </a:xfrm>
          <a:prstGeom prst="ellipse">
            <a:avLst/>
          </a:prstGeom>
          <a:solidFill>
            <a:srgbClr val="002060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2" name="Oval 211">
            <a:extLst>
              <a:ext uri="{FF2B5EF4-FFF2-40B4-BE49-F238E27FC236}">
                <a16:creationId xmlns:a16="http://schemas.microsoft.com/office/drawing/2014/main" id="{F8F56CCE-A920-6814-872F-D396DAFB6725}"/>
              </a:ext>
            </a:extLst>
          </p:cNvPr>
          <p:cNvSpPr/>
          <p:nvPr/>
        </p:nvSpPr>
        <p:spPr>
          <a:xfrm>
            <a:off x="1308565" y="4576503"/>
            <a:ext cx="95518" cy="95518"/>
          </a:xfrm>
          <a:prstGeom prst="ellipse">
            <a:avLst/>
          </a:prstGeom>
          <a:solidFill>
            <a:srgbClr val="00206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3" name="Oval 212">
            <a:extLst>
              <a:ext uri="{FF2B5EF4-FFF2-40B4-BE49-F238E27FC236}">
                <a16:creationId xmlns:a16="http://schemas.microsoft.com/office/drawing/2014/main" id="{17940089-F969-2839-AC9C-868FA859051E}"/>
              </a:ext>
            </a:extLst>
          </p:cNvPr>
          <p:cNvSpPr/>
          <p:nvPr/>
        </p:nvSpPr>
        <p:spPr>
          <a:xfrm>
            <a:off x="1803023" y="4341381"/>
            <a:ext cx="69658" cy="69658"/>
          </a:xfrm>
          <a:prstGeom prst="ellipse">
            <a:avLst/>
          </a:prstGeom>
          <a:solidFill>
            <a:srgbClr val="002060">
              <a:alpha val="3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4" name="Oval 213">
            <a:extLst>
              <a:ext uri="{FF2B5EF4-FFF2-40B4-BE49-F238E27FC236}">
                <a16:creationId xmlns:a16="http://schemas.microsoft.com/office/drawing/2014/main" id="{B23C8104-14D0-1DA8-4972-A9856B85177F}"/>
              </a:ext>
            </a:extLst>
          </p:cNvPr>
          <p:cNvSpPr/>
          <p:nvPr/>
        </p:nvSpPr>
        <p:spPr>
          <a:xfrm>
            <a:off x="1203901" y="4461966"/>
            <a:ext cx="58053" cy="58053"/>
          </a:xfrm>
          <a:prstGeom prst="ellipse">
            <a:avLst/>
          </a:prstGeom>
          <a:solidFill>
            <a:srgbClr val="002060">
              <a:alpha val="2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5" name="Oval 214">
            <a:extLst>
              <a:ext uri="{FF2B5EF4-FFF2-40B4-BE49-F238E27FC236}">
                <a16:creationId xmlns:a16="http://schemas.microsoft.com/office/drawing/2014/main" id="{07639DA3-1E2A-DF2C-4A70-4921FB175797}"/>
              </a:ext>
            </a:extLst>
          </p:cNvPr>
          <p:cNvSpPr/>
          <p:nvPr/>
        </p:nvSpPr>
        <p:spPr>
          <a:xfrm>
            <a:off x="1137436" y="4814516"/>
            <a:ext cx="58053" cy="58053"/>
          </a:xfrm>
          <a:prstGeom prst="ellipse">
            <a:avLst/>
          </a:prstGeom>
          <a:solidFill>
            <a:srgbClr val="002060">
              <a:alpha val="2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3DE2A1C7-3689-8B14-26B8-5A57634E1EBC}"/>
              </a:ext>
            </a:extLst>
          </p:cNvPr>
          <p:cNvSpPr/>
          <p:nvPr/>
        </p:nvSpPr>
        <p:spPr>
          <a:xfrm>
            <a:off x="1098417" y="4663591"/>
            <a:ext cx="58053" cy="58053"/>
          </a:xfrm>
          <a:prstGeom prst="ellipse">
            <a:avLst/>
          </a:prstGeom>
          <a:solidFill>
            <a:srgbClr val="002060">
              <a:alpha val="2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8" name="Oval 217">
            <a:extLst>
              <a:ext uri="{FF2B5EF4-FFF2-40B4-BE49-F238E27FC236}">
                <a16:creationId xmlns:a16="http://schemas.microsoft.com/office/drawing/2014/main" id="{A176A42F-4ED7-0E10-4A53-42277B2920E0}"/>
              </a:ext>
            </a:extLst>
          </p:cNvPr>
          <p:cNvSpPr/>
          <p:nvPr/>
        </p:nvSpPr>
        <p:spPr>
          <a:xfrm>
            <a:off x="2433235" y="4730043"/>
            <a:ext cx="150002" cy="150002"/>
          </a:xfrm>
          <a:prstGeom prst="ellipse">
            <a:avLst/>
          </a:prstGeom>
          <a:solidFill>
            <a:srgbClr val="002060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9" name="Oval 218">
            <a:extLst>
              <a:ext uri="{FF2B5EF4-FFF2-40B4-BE49-F238E27FC236}">
                <a16:creationId xmlns:a16="http://schemas.microsoft.com/office/drawing/2014/main" id="{846561A9-D58B-B30D-3E28-ABE700DC9C03}"/>
              </a:ext>
            </a:extLst>
          </p:cNvPr>
          <p:cNvSpPr/>
          <p:nvPr/>
        </p:nvSpPr>
        <p:spPr>
          <a:xfrm>
            <a:off x="1276628" y="4902837"/>
            <a:ext cx="150002" cy="150002"/>
          </a:xfrm>
          <a:prstGeom prst="ellipse">
            <a:avLst/>
          </a:prstGeom>
          <a:solidFill>
            <a:srgbClr val="002060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F8FD4AEA-9C85-8733-F264-B8ECBCCBCC6D}"/>
              </a:ext>
            </a:extLst>
          </p:cNvPr>
          <p:cNvCxnSpPr>
            <a:cxnSpLocks/>
          </p:cNvCxnSpPr>
          <p:nvPr/>
        </p:nvCxnSpPr>
        <p:spPr>
          <a:xfrm flipV="1">
            <a:off x="3812069" y="3842000"/>
            <a:ext cx="0" cy="1439694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3" name="Freeform: Shape 222">
            <a:extLst>
              <a:ext uri="{FF2B5EF4-FFF2-40B4-BE49-F238E27FC236}">
                <a16:creationId xmlns:a16="http://schemas.microsoft.com/office/drawing/2014/main" id="{9E63B248-2D6A-56F2-46B6-71496B287DC2}"/>
              </a:ext>
            </a:extLst>
          </p:cNvPr>
          <p:cNvSpPr/>
          <p:nvPr/>
        </p:nvSpPr>
        <p:spPr>
          <a:xfrm>
            <a:off x="3887163" y="3934142"/>
            <a:ext cx="1578864" cy="293469"/>
          </a:xfrm>
          <a:custGeom>
            <a:avLst/>
            <a:gdLst>
              <a:gd name="connsiteX0" fmla="*/ 0 w 1578864"/>
              <a:gd name="connsiteY0" fmla="*/ 1133856 h 1133856"/>
              <a:gd name="connsiteX1" fmla="*/ 73152 w 1578864"/>
              <a:gd name="connsiteY1" fmla="*/ 1097280 h 1133856"/>
              <a:gd name="connsiteX2" fmla="*/ 97536 w 1578864"/>
              <a:gd name="connsiteY2" fmla="*/ 1054608 h 1133856"/>
              <a:gd name="connsiteX3" fmla="*/ 121920 w 1578864"/>
              <a:gd name="connsiteY3" fmla="*/ 1011936 h 1133856"/>
              <a:gd name="connsiteX4" fmla="*/ 140208 w 1578864"/>
              <a:gd name="connsiteY4" fmla="*/ 963168 h 1133856"/>
              <a:gd name="connsiteX5" fmla="*/ 158496 w 1578864"/>
              <a:gd name="connsiteY5" fmla="*/ 920496 h 1133856"/>
              <a:gd name="connsiteX6" fmla="*/ 170688 w 1578864"/>
              <a:gd name="connsiteY6" fmla="*/ 871728 h 1133856"/>
              <a:gd name="connsiteX7" fmla="*/ 213360 w 1578864"/>
              <a:gd name="connsiteY7" fmla="*/ 786384 h 1133856"/>
              <a:gd name="connsiteX8" fmla="*/ 249936 w 1578864"/>
              <a:gd name="connsiteY8" fmla="*/ 670560 h 1133856"/>
              <a:gd name="connsiteX9" fmla="*/ 268224 w 1578864"/>
              <a:gd name="connsiteY9" fmla="*/ 597408 h 1133856"/>
              <a:gd name="connsiteX10" fmla="*/ 310896 w 1578864"/>
              <a:gd name="connsiteY10" fmla="*/ 481584 h 1133856"/>
              <a:gd name="connsiteX11" fmla="*/ 329184 w 1578864"/>
              <a:gd name="connsiteY11" fmla="*/ 402336 h 1133856"/>
              <a:gd name="connsiteX12" fmla="*/ 384048 w 1578864"/>
              <a:gd name="connsiteY12" fmla="*/ 249936 h 1133856"/>
              <a:gd name="connsiteX13" fmla="*/ 396240 w 1578864"/>
              <a:gd name="connsiteY13" fmla="*/ 207264 h 1133856"/>
              <a:gd name="connsiteX14" fmla="*/ 432816 w 1578864"/>
              <a:gd name="connsiteY14" fmla="*/ 115824 h 1133856"/>
              <a:gd name="connsiteX15" fmla="*/ 481584 w 1578864"/>
              <a:gd name="connsiteY15" fmla="*/ 42672 h 1133856"/>
              <a:gd name="connsiteX16" fmla="*/ 530352 w 1578864"/>
              <a:gd name="connsiteY16" fmla="*/ 0 h 1133856"/>
              <a:gd name="connsiteX17" fmla="*/ 585216 w 1578864"/>
              <a:gd name="connsiteY17" fmla="*/ 24384 h 1133856"/>
              <a:gd name="connsiteX18" fmla="*/ 621792 w 1578864"/>
              <a:gd name="connsiteY18" fmla="*/ 97536 h 1133856"/>
              <a:gd name="connsiteX19" fmla="*/ 664464 w 1578864"/>
              <a:gd name="connsiteY19" fmla="*/ 170688 h 1133856"/>
              <a:gd name="connsiteX20" fmla="*/ 701040 w 1578864"/>
              <a:gd name="connsiteY20" fmla="*/ 225552 h 1133856"/>
              <a:gd name="connsiteX21" fmla="*/ 725424 w 1578864"/>
              <a:gd name="connsiteY21" fmla="*/ 292608 h 1133856"/>
              <a:gd name="connsiteX22" fmla="*/ 774192 w 1578864"/>
              <a:gd name="connsiteY22" fmla="*/ 365760 h 1133856"/>
              <a:gd name="connsiteX23" fmla="*/ 798576 w 1578864"/>
              <a:gd name="connsiteY23" fmla="*/ 408432 h 1133856"/>
              <a:gd name="connsiteX24" fmla="*/ 865632 w 1578864"/>
              <a:gd name="connsiteY24" fmla="*/ 445008 h 1133856"/>
              <a:gd name="connsiteX25" fmla="*/ 902208 w 1578864"/>
              <a:gd name="connsiteY25" fmla="*/ 402336 h 1133856"/>
              <a:gd name="connsiteX26" fmla="*/ 938784 w 1578864"/>
              <a:gd name="connsiteY26" fmla="*/ 347472 h 1133856"/>
              <a:gd name="connsiteX27" fmla="*/ 993648 w 1578864"/>
              <a:gd name="connsiteY27" fmla="*/ 323088 h 1133856"/>
              <a:gd name="connsiteX28" fmla="*/ 1072896 w 1578864"/>
              <a:gd name="connsiteY28" fmla="*/ 347472 h 1133856"/>
              <a:gd name="connsiteX29" fmla="*/ 1115568 w 1578864"/>
              <a:gd name="connsiteY29" fmla="*/ 408432 h 1133856"/>
              <a:gd name="connsiteX30" fmla="*/ 1176528 w 1578864"/>
              <a:gd name="connsiteY30" fmla="*/ 499872 h 1133856"/>
              <a:gd name="connsiteX31" fmla="*/ 1286256 w 1578864"/>
              <a:gd name="connsiteY31" fmla="*/ 676656 h 1133856"/>
              <a:gd name="connsiteX32" fmla="*/ 1395984 w 1578864"/>
              <a:gd name="connsiteY32" fmla="*/ 847344 h 1133856"/>
              <a:gd name="connsiteX33" fmla="*/ 1524000 w 1578864"/>
              <a:gd name="connsiteY33" fmla="*/ 1036320 h 1133856"/>
              <a:gd name="connsiteX34" fmla="*/ 1578864 w 1578864"/>
              <a:gd name="connsiteY34" fmla="*/ 1109472 h 1133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578864" h="1133856">
                <a:moveTo>
                  <a:pt x="0" y="1133856"/>
                </a:moveTo>
                <a:lnTo>
                  <a:pt x="73152" y="1097280"/>
                </a:lnTo>
                <a:lnTo>
                  <a:pt x="97536" y="1054608"/>
                </a:lnTo>
                <a:lnTo>
                  <a:pt x="121920" y="1011936"/>
                </a:lnTo>
                <a:lnTo>
                  <a:pt x="140208" y="963168"/>
                </a:lnTo>
                <a:lnTo>
                  <a:pt x="158496" y="920496"/>
                </a:lnTo>
                <a:lnTo>
                  <a:pt x="170688" y="871728"/>
                </a:lnTo>
                <a:lnTo>
                  <a:pt x="213360" y="786384"/>
                </a:lnTo>
                <a:lnTo>
                  <a:pt x="249936" y="670560"/>
                </a:lnTo>
                <a:lnTo>
                  <a:pt x="268224" y="597408"/>
                </a:lnTo>
                <a:lnTo>
                  <a:pt x="310896" y="481584"/>
                </a:lnTo>
                <a:lnTo>
                  <a:pt x="329184" y="402336"/>
                </a:lnTo>
                <a:lnTo>
                  <a:pt x="384048" y="249936"/>
                </a:lnTo>
                <a:lnTo>
                  <a:pt x="396240" y="207264"/>
                </a:lnTo>
                <a:lnTo>
                  <a:pt x="432816" y="115824"/>
                </a:lnTo>
                <a:lnTo>
                  <a:pt x="481584" y="42672"/>
                </a:lnTo>
                <a:lnTo>
                  <a:pt x="530352" y="0"/>
                </a:lnTo>
                <a:lnTo>
                  <a:pt x="585216" y="24384"/>
                </a:lnTo>
                <a:lnTo>
                  <a:pt x="621792" y="97536"/>
                </a:lnTo>
                <a:lnTo>
                  <a:pt x="664464" y="170688"/>
                </a:lnTo>
                <a:lnTo>
                  <a:pt x="701040" y="225552"/>
                </a:lnTo>
                <a:lnTo>
                  <a:pt x="725424" y="292608"/>
                </a:lnTo>
                <a:lnTo>
                  <a:pt x="774192" y="365760"/>
                </a:lnTo>
                <a:lnTo>
                  <a:pt x="798576" y="408432"/>
                </a:lnTo>
                <a:lnTo>
                  <a:pt x="865632" y="445008"/>
                </a:lnTo>
                <a:lnTo>
                  <a:pt x="902208" y="402336"/>
                </a:lnTo>
                <a:lnTo>
                  <a:pt x="938784" y="347472"/>
                </a:lnTo>
                <a:lnTo>
                  <a:pt x="993648" y="323088"/>
                </a:lnTo>
                <a:lnTo>
                  <a:pt x="1072896" y="347472"/>
                </a:lnTo>
                <a:lnTo>
                  <a:pt x="1115568" y="408432"/>
                </a:lnTo>
                <a:lnTo>
                  <a:pt x="1176528" y="499872"/>
                </a:lnTo>
                <a:lnTo>
                  <a:pt x="1286256" y="676656"/>
                </a:lnTo>
                <a:lnTo>
                  <a:pt x="1395984" y="847344"/>
                </a:lnTo>
                <a:lnTo>
                  <a:pt x="1524000" y="1036320"/>
                </a:lnTo>
                <a:lnTo>
                  <a:pt x="1578864" y="1109472"/>
                </a:lnTo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21" name="Straight Arrow Connector 220">
            <a:extLst>
              <a:ext uri="{FF2B5EF4-FFF2-40B4-BE49-F238E27FC236}">
                <a16:creationId xmlns:a16="http://schemas.microsoft.com/office/drawing/2014/main" id="{35271723-447C-6E77-8030-C6378362E241}"/>
              </a:ext>
            </a:extLst>
          </p:cNvPr>
          <p:cNvCxnSpPr>
            <a:cxnSpLocks/>
          </p:cNvCxnSpPr>
          <p:nvPr/>
        </p:nvCxnSpPr>
        <p:spPr>
          <a:xfrm>
            <a:off x="3695337" y="5145506"/>
            <a:ext cx="1945532" cy="0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Freeform: Shape 227">
            <a:extLst>
              <a:ext uri="{FF2B5EF4-FFF2-40B4-BE49-F238E27FC236}">
                <a16:creationId xmlns:a16="http://schemas.microsoft.com/office/drawing/2014/main" id="{E523A74D-8D6A-4280-41E9-E626BAA266F5}"/>
              </a:ext>
            </a:extLst>
          </p:cNvPr>
          <p:cNvSpPr/>
          <p:nvPr/>
        </p:nvSpPr>
        <p:spPr>
          <a:xfrm>
            <a:off x="3910330" y="4343400"/>
            <a:ext cx="1497330" cy="270510"/>
          </a:xfrm>
          <a:custGeom>
            <a:avLst/>
            <a:gdLst>
              <a:gd name="connsiteX0" fmla="*/ 0 w 1497330"/>
              <a:gd name="connsiteY0" fmla="*/ 264795 h 270510"/>
              <a:gd name="connsiteX1" fmla="*/ 83820 w 1497330"/>
              <a:gd name="connsiteY1" fmla="*/ 253365 h 270510"/>
              <a:gd name="connsiteX2" fmla="*/ 118110 w 1497330"/>
              <a:gd name="connsiteY2" fmla="*/ 241935 h 270510"/>
              <a:gd name="connsiteX3" fmla="*/ 158115 w 1497330"/>
              <a:gd name="connsiteY3" fmla="*/ 226695 h 270510"/>
              <a:gd name="connsiteX4" fmla="*/ 182880 w 1497330"/>
              <a:gd name="connsiteY4" fmla="*/ 215265 h 270510"/>
              <a:gd name="connsiteX5" fmla="*/ 201930 w 1497330"/>
              <a:gd name="connsiteY5" fmla="*/ 198120 h 270510"/>
              <a:gd name="connsiteX6" fmla="*/ 220980 w 1497330"/>
              <a:gd name="connsiteY6" fmla="*/ 186690 h 270510"/>
              <a:gd name="connsiteX7" fmla="*/ 249555 w 1497330"/>
              <a:gd name="connsiteY7" fmla="*/ 165735 h 270510"/>
              <a:gd name="connsiteX8" fmla="*/ 289560 w 1497330"/>
              <a:gd name="connsiteY8" fmla="*/ 150495 h 270510"/>
              <a:gd name="connsiteX9" fmla="*/ 344805 w 1497330"/>
              <a:gd name="connsiteY9" fmla="*/ 139065 h 270510"/>
              <a:gd name="connsiteX10" fmla="*/ 409575 w 1497330"/>
              <a:gd name="connsiteY10" fmla="*/ 142875 h 270510"/>
              <a:gd name="connsiteX11" fmla="*/ 445770 w 1497330"/>
              <a:gd name="connsiteY11" fmla="*/ 150495 h 270510"/>
              <a:gd name="connsiteX12" fmla="*/ 480060 w 1497330"/>
              <a:gd name="connsiteY12" fmla="*/ 171450 h 270510"/>
              <a:gd name="connsiteX13" fmla="*/ 516255 w 1497330"/>
              <a:gd name="connsiteY13" fmla="*/ 192405 h 270510"/>
              <a:gd name="connsiteX14" fmla="*/ 542925 w 1497330"/>
              <a:gd name="connsiteY14" fmla="*/ 200025 h 270510"/>
              <a:gd name="connsiteX15" fmla="*/ 582930 w 1497330"/>
              <a:gd name="connsiteY15" fmla="*/ 203835 h 270510"/>
              <a:gd name="connsiteX16" fmla="*/ 605790 w 1497330"/>
              <a:gd name="connsiteY16" fmla="*/ 201930 h 270510"/>
              <a:gd name="connsiteX17" fmla="*/ 619125 w 1497330"/>
              <a:gd name="connsiteY17" fmla="*/ 196215 h 270510"/>
              <a:gd name="connsiteX18" fmla="*/ 670560 w 1497330"/>
              <a:gd name="connsiteY18" fmla="*/ 173355 h 270510"/>
              <a:gd name="connsiteX19" fmla="*/ 697230 w 1497330"/>
              <a:gd name="connsiteY19" fmla="*/ 160020 h 270510"/>
              <a:gd name="connsiteX20" fmla="*/ 735330 w 1497330"/>
              <a:gd name="connsiteY20" fmla="*/ 110490 h 270510"/>
              <a:gd name="connsiteX21" fmla="*/ 763905 w 1497330"/>
              <a:gd name="connsiteY21" fmla="*/ 83820 h 270510"/>
              <a:gd name="connsiteX22" fmla="*/ 798195 w 1497330"/>
              <a:gd name="connsiteY22" fmla="*/ 49530 h 270510"/>
              <a:gd name="connsiteX23" fmla="*/ 832485 w 1497330"/>
              <a:gd name="connsiteY23" fmla="*/ 19050 h 270510"/>
              <a:gd name="connsiteX24" fmla="*/ 870585 w 1497330"/>
              <a:gd name="connsiteY24" fmla="*/ 0 h 270510"/>
              <a:gd name="connsiteX25" fmla="*/ 929640 w 1497330"/>
              <a:gd name="connsiteY25" fmla="*/ 7620 h 270510"/>
              <a:gd name="connsiteX26" fmla="*/ 950595 w 1497330"/>
              <a:gd name="connsiteY26" fmla="*/ 28575 h 270510"/>
              <a:gd name="connsiteX27" fmla="*/ 969645 w 1497330"/>
              <a:gd name="connsiteY27" fmla="*/ 43815 h 270510"/>
              <a:gd name="connsiteX28" fmla="*/ 992505 w 1497330"/>
              <a:gd name="connsiteY28" fmla="*/ 60960 h 270510"/>
              <a:gd name="connsiteX29" fmla="*/ 1003935 w 1497330"/>
              <a:gd name="connsiteY29" fmla="*/ 74295 h 270510"/>
              <a:gd name="connsiteX30" fmla="*/ 1061085 w 1497330"/>
              <a:gd name="connsiteY30" fmla="*/ 127635 h 270510"/>
              <a:gd name="connsiteX31" fmla="*/ 1101090 w 1497330"/>
              <a:gd name="connsiteY31" fmla="*/ 163830 h 270510"/>
              <a:gd name="connsiteX32" fmla="*/ 1146810 w 1497330"/>
              <a:gd name="connsiteY32" fmla="*/ 192405 h 270510"/>
              <a:gd name="connsiteX33" fmla="*/ 1215390 w 1497330"/>
              <a:gd name="connsiteY33" fmla="*/ 228600 h 270510"/>
              <a:gd name="connsiteX34" fmla="*/ 1278255 w 1497330"/>
              <a:gd name="connsiteY34" fmla="*/ 249555 h 270510"/>
              <a:gd name="connsiteX35" fmla="*/ 1295400 w 1497330"/>
              <a:gd name="connsiteY35" fmla="*/ 257175 h 270510"/>
              <a:gd name="connsiteX36" fmla="*/ 1377315 w 1497330"/>
              <a:gd name="connsiteY36" fmla="*/ 270510 h 270510"/>
              <a:gd name="connsiteX37" fmla="*/ 1476375 w 1497330"/>
              <a:gd name="connsiteY37" fmla="*/ 268605 h 270510"/>
              <a:gd name="connsiteX38" fmla="*/ 1497330 w 1497330"/>
              <a:gd name="connsiteY38" fmla="*/ 268605 h 270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1497330" h="270510">
                <a:moveTo>
                  <a:pt x="0" y="264795"/>
                </a:moveTo>
                <a:lnTo>
                  <a:pt x="83820" y="253365"/>
                </a:lnTo>
                <a:lnTo>
                  <a:pt x="118110" y="241935"/>
                </a:lnTo>
                <a:lnTo>
                  <a:pt x="158115" y="226695"/>
                </a:lnTo>
                <a:lnTo>
                  <a:pt x="182880" y="215265"/>
                </a:lnTo>
                <a:lnTo>
                  <a:pt x="201930" y="198120"/>
                </a:lnTo>
                <a:lnTo>
                  <a:pt x="220980" y="186690"/>
                </a:lnTo>
                <a:lnTo>
                  <a:pt x="249555" y="165735"/>
                </a:lnTo>
                <a:lnTo>
                  <a:pt x="289560" y="150495"/>
                </a:lnTo>
                <a:lnTo>
                  <a:pt x="344805" y="139065"/>
                </a:lnTo>
                <a:lnTo>
                  <a:pt x="409575" y="142875"/>
                </a:lnTo>
                <a:lnTo>
                  <a:pt x="445770" y="150495"/>
                </a:lnTo>
                <a:lnTo>
                  <a:pt x="480060" y="171450"/>
                </a:lnTo>
                <a:lnTo>
                  <a:pt x="516255" y="192405"/>
                </a:lnTo>
                <a:lnTo>
                  <a:pt x="542925" y="200025"/>
                </a:lnTo>
                <a:lnTo>
                  <a:pt x="582930" y="203835"/>
                </a:lnTo>
                <a:lnTo>
                  <a:pt x="605790" y="201930"/>
                </a:lnTo>
                <a:lnTo>
                  <a:pt x="619125" y="196215"/>
                </a:lnTo>
                <a:lnTo>
                  <a:pt x="670560" y="173355"/>
                </a:lnTo>
                <a:lnTo>
                  <a:pt x="697230" y="160020"/>
                </a:lnTo>
                <a:lnTo>
                  <a:pt x="735330" y="110490"/>
                </a:lnTo>
                <a:lnTo>
                  <a:pt x="763905" y="83820"/>
                </a:lnTo>
                <a:lnTo>
                  <a:pt x="798195" y="49530"/>
                </a:lnTo>
                <a:lnTo>
                  <a:pt x="832485" y="19050"/>
                </a:lnTo>
                <a:lnTo>
                  <a:pt x="870585" y="0"/>
                </a:lnTo>
                <a:lnTo>
                  <a:pt x="929640" y="7620"/>
                </a:lnTo>
                <a:lnTo>
                  <a:pt x="950595" y="28575"/>
                </a:lnTo>
                <a:cubicBezTo>
                  <a:pt x="967272" y="41083"/>
                  <a:pt x="961345" y="35515"/>
                  <a:pt x="969645" y="43815"/>
                </a:cubicBezTo>
                <a:lnTo>
                  <a:pt x="992505" y="60960"/>
                </a:lnTo>
                <a:lnTo>
                  <a:pt x="1003935" y="74295"/>
                </a:lnTo>
                <a:lnTo>
                  <a:pt x="1061085" y="127635"/>
                </a:lnTo>
                <a:lnTo>
                  <a:pt x="1101090" y="163830"/>
                </a:lnTo>
                <a:lnTo>
                  <a:pt x="1146810" y="192405"/>
                </a:lnTo>
                <a:lnTo>
                  <a:pt x="1215390" y="228600"/>
                </a:lnTo>
                <a:lnTo>
                  <a:pt x="1278255" y="249555"/>
                </a:lnTo>
                <a:lnTo>
                  <a:pt x="1295400" y="257175"/>
                </a:lnTo>
                <a:lnTo>
                  <a:pt x="1377315" y="270510"/>
                </a:lnTo>
                <a:lnTo>
                  <a:pt x="1476375" y="268605"/>
                </a:lnTo>
                <a:lnTo>
                  <a:pt x="1497330" y="268605"/>
                </a:lnTo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9" name="Freeform: Shape 228">
            <a:extLst>
              <a:ext uri="{FF2B5EF4-FFF2-40B4-BE49-F238E27FC236}">
                <a16:creationId xmlns:a16="http://schemas.microsoft.com/office/drawing/2014/main" id="{19DFADA8-7C62-1426-722E-8A28EB800C3B}"/>
              </a:ext>
            </a:extLst>
          </p:cNvPr>
          <p:cNvSpPr/>
          <p:nvPr/>
        </p:nvSpPr>
        <p:spPr>
          <a:xfrm>
            <a:off x="3952240" y="4754596"/>
            <a:ext cx="1409700" cy="283856"/>
          </a:xfrm>
          <a:custGeom>
            <a:avLst/>
            <a:gdLst>
              <a:gd name="connsiteX0" fmla="*/ 0 w 1409700"/>
              <a:gd name="connsiteY0" fmla="*/ 281951 h 283856"/>
              <a:gd name="connsiteX1" fmla="*/ 104775 w 1409700"/>
              <a:gd name="connsiteY1" fmla="*/ 272426 h 283856"/>
              <a:gd name="connsiteX2" fmla="*/ 148590 w 1409700"/>
              <a:gd name="connsiteY2" fmla="*/ 251471 h 283856"/>
              <a:gd name="connsiteX3" fmla="*/ 200025 w 1409700"/>
              <a:gd name="connsiteY3" fmla="*/ 213371 h 283856"/>
              <a:gd name="connsiteX4" fmla="*/ 224790 w 1409700"/>
              <a:gd name="connsiteY4" fmla="*/ 177176 h 283856"/>
              <a:gd name="connsiteX5" fmla="*/ 308610 w 1409700"/>
              <a:gd name="connsiteY5" fmla="*/ 89546 h 283856"/>
              <a:gd name="connsiteX6" fmla="*/ 375285 w 1409700"/>
              <a:gd name="connsiteY6" fmla="*/ 28586 h 283856"/>
              <a:gd name="connsiteX7" fmla="*/ 430530 w 1409700"/>
              <a:gd name="connsiteY7" fmla="*/ 3821 h 283856"/>
              <a:gd name="connsiteX8" fmla="*/ 453390 w 1409700"/>
              <a:gd name="connsiteY8" fmla="*/ 11 h 283856"/>
              <a:gd name="connsiteX9" fmla="*/ 521970 w 1409700"/>
              <a:gd name="connsiteY9" fmla="*/ 34301 h 283856"/>
              <a:gd name="connsiteX10" fmla="*/ 575310 w 1409700"/>
              <a:gd name="connsiteY10" fmla="*/ 97166 h 283856"/>
              <a:gd name="connsiteX11" fmla="*/ 636270 w 1409700"/>
              <a:gd name="connsiteY11" fmla="*/ 158126 h 283856"/>
              <a:gd name="connsiteX12" fmla="*/ 701040 w 1409700"/>
              <a:gd name="connsiteY12" fmla="*/ 201941 h 283856"/>
              <a:gd name="connsiteX13" fmla="*/ 716280 w 1409700"/>
              <a:gd name="connsiteY13" fmla="*/ 217181 h 283856"/>
              <a:gd name="connsiteX14" fmla="*/ 857250 w 1409700"/>
              <a:gd name="connsiteY14" fmla="*/ 264806 h 283856"/>
              <a:gd name="connsiteX15" fmla="*/ 1009650 w 1409700"/>
              <a:gd name="connsiteY15" fmla="*/ 280046 h 283856"/>
              <a:gd name="connsiteX16" fmla="*/ 1040130 w 1409700"/>
              <a:gd name="connsiteY16" fmla="*/ 280046 h 283856"/>
              <a:gd name="connsiteX17" fmla="*/ 1104900 w 1409700"/>
              <a:gd name="connsiteY17" fmla="*/ 276236 h 283856"/>
              <a:gd name="connsiteX18" fmla="*/ 1162050 w 1409700"/>
              <a:gd name="connsiteY18" fmla="*/ 249566 h 283856"/>
              <a:gd name="connsiteX19" fmla="*/ 1226820 w 1409700"/>
              <a:gd name="connsiteY19" fmla="*/ 260996 h 283856"/>
              <a:gd name="connsiteX20" fmla="*/ 1243965 w 1409700"/>
              <a:gd name="connsiteY20" fmla="*/ 264806 h 283856"/>
              <a:gd name="connsiteX21" fmla="*/ 1274445 w 1409700"/>
              <a:gd name="connsiteY21" fmla="*/ 274331 h 283856"/>
              <a:gd name="connsiteX22" fmla="*/ 1295400 w 1409700"/>
              <a:gd name="connsiteY22" fmla="*/ 280046 h 283856"/>
              <a:gd name="connsiteX23" fmla="*/ 1409700 w 1409700"/>
              <a:gd name="connsiteY23" fmla="*/ 283856 h 283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409700" h="283856">
                <a:moveTo>
                  <a:pt x="0" y="281951"/>
                </a:moveTo>
                <a:lnTo>
                  <a:pt x="104775" y="272426"/>
                </a:lnTo>
                <a:lnTo>
                  <a:pt x="148590" y="251471"/>
                </a:lnTo>
                <a:lnTo>
                  <a:pt x="200025" y="213371"/>
                </a:lnTo>
                <a:lnTo>
                  <a:pt x="224790" y="177176"/>
                </a:lnTo>
                <a:lnTo>
                  <a:pt x="308610" y="89546"/>
                </a:lnTo>
                <a:lnTo>
                  <a:pt x="375285" y="28586"/>
                </a:lnTo>
                <a:lnTo>
                  <a:pt x="430530" y="3821"/>
                </a:lnTo>
                <a:cubicBezTo>
                  <a:pt x="449535" y="-402"/>
                  <a:pt x="441821" y="11"/>
                  <a:pt x="453390" y="11"/>
                </a:cubicBezTo>
                <a:lnTo>
                  <a:pt x="521970" y="34301"/>
                </a:lnTo>
                <a:lnTo>
                  <a:pt x="575310" y="97166"/>
                </a:lnTo>
                <a:lnTo>
                  <a:pt x="636270" y="158126"/>
                </a:lnTo>
                <a:lnTo>
                  <a:pt x="701040" y="201941"/>
                </a:lnTo>
                <a:lnTo>
                  <a:pt x="716280" y="217181"/>
                </a:lnTo>
                <a:lnTo>
                  <a:pt x="857250" y="264806"/>
                </a:lnTo>
                <a:lnTo>
                  <a:pt x="1009650" y="280046"/>
                </a:lnTo>
                <a:lnTo>
                  <a:pt x="1040130" y="280046"/>
                </a:lnTo>
                <a:lnTo>
                  <a:pt x="1104900" y="276236"/>
                </a:lnTo>
                <a:lnTo>
                  <a:pt x="1162050" y="249566"/>
                </a:lnTo>
                <a:lnTo>
                  <a:pt x="1226820" y="260996"/>
                </a:lnTo>
                <a:lnTo>
                  <a:pt x="1243965" y="264806"/>
                </a:lnTo>
                <a:lnTo>
                  <a:pt x="1274445" y="274331"/>
                </a:lnTo>
                <a:lnTo>
                  <a:pt x="1295400" y="280046"/>
                </a:lnTo>
                <a:lnTo>
                  <a:pt x="1409700" y="283856"/>
                </a:ln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A89A295B-3480-B4DD-99F2-D743D9E9CAFF}"/>
              </a:ext>
            </a:extLst>
          </p:cNvPr>
          <p:cNvSpPr/>
          <p:nvPr/>
        </p:nvSpPr>
        <p:spPr>
          <a:xfrm>
            <a:off x="6598867" y="3979759"/>
            <a:ext cx="177255" cy="1772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66A4497C-3C21-5ABE-BED4-DB00F582DE14}"/>
              </a:ext>
            </a:extLst>
          </p:cNvPr>
          <p:cNvSpPr/>
          <p:nvPr/>
        </p:nvSpPr>
        <p:spPr>
          <a:xfrm>
            <a:off x="6775241" y="3979759"/>
            <a:ext cx="177255" cy="17725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968613EC-35B9-FDFF-752D-FCF07C63D542}"/>
              </a:ext>
            </a:extLst>
          </p:cNvPr>
          <p:cNvSpPr/>
          <p:nvPr/>
        </p:nvSpPr>
        <p:spPr>
          <a:xfrm>
            <a:off x="6952496" y="3979759"/>
            <a:ext cx="177255" cy="17725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9AEA4BD0-B6BB-6796-4D7B-C406F381CC6D}"/>
              </a:ext>
            </a:extLst>
          </p:cNvPr>
          <p:cNvSpPr/>
          <p:nvPr/>
        </p:nvSpPr>
        <p:spPr>
          <a:xfrm>
            <a:off x="7128870" y="3979759"/>
            <a:ext cx="177255" cy="17725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9548A696-B0DC-F7F2-B706-E11E763F6391}"/>
              </a:ext>
            </a:extLst>
          </p:cNvPr>
          <p:cNvSpPr/>
          <p:nvPr/>
        </p:nvSpPr>
        <p:spPr>
          <a:xfrm>
            <a:off x="7305271" y="3979759"/>
            <a:ext cx="177255" cy="1772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741DF997-B1A6-8BC1-80FE-50E26BC1252A}"/>
              </a:ext>
            </a:extLst>
          </p:cNvPr>
          <p:cNvSpPr/>
          <p:nvPr/>
        </p:nvSpPr>
        <p:spPr>
          <a:xfrm>
            <a:off x="7485455" y="3979759"/>
            <a:ext cx="177255" cy="17725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C981636D-C9B9-A680-190F-5009F9A31A90}"/>
              </a:ext>
            </a:extLst>
          </p:cNvPr>
          <p:cNvSpPr/>
          <p:nvPr/>
        </p:nvSpPr>
        <p:spPr>
          <a:xfrm>
            <a:off x="7662710" y="3979759"/>
            <a:ext cx="177255" cy="17725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41965F8B-26BF-30BA-939D-6DB18952D01C}"/>
              </a:ext>
            </a:extLst>
          </p:cNvPr>
          <p:cNvSpPr/>
          <p:nvPr/>
        </p:nvSpPr>
        <p:spPr>
          <a:xfrm>
            <a:off x="7839084" y="3979759"/>
            <a:ext cx="177255" cy="17725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817F280E-C6E3-FC2B-5B6E-8A0108B5310E}"/>
              </a:ext>
            </a:extLst>
          </p:cNvPr>
          <p:cNvSpPr/>
          <p:nvPr/>
        </p:nvSpPr>
        <p:spPr>
          <a:xfrm>
            <a:off x="6598867" y="4153377"/>
            <a:ext cx="177255" cy="17725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C23CD89F-7DB4-B52E-CE86-718DB9763E03}"/>
              </a:ext>
            </a:extLst>
          </p:cNvPr>
          <p:cNvSpPr/>
          <p:nvPr/>
        </p:nvSpPr>
        <p:spPr>
          <a:xfrm>
            <a:off x="6775241" y="4153377"/>
            <a:ext cx="177255" cy="1772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D1126004-2049-9266-FB81-4905B453D804}"/>
              </a:ext>
            </a:extLst>
          </p:cNvPr>
          <p:cNvSpPr/>
          <p:nvPr/>
        </p:nvSpPr>
        <p:spPr>
          <a:xfrm>
            <a:off x="6952496" y="4153377"/>
            <a:ext cx="177255" cy="17725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D2BF18E3-48E3-321F-0025-4DFF00A1E746}"/>
              </a:ext>
            </a:extLst>
          </p:cNvPr>
          <p:cNvSpPr/>
          <p:nvPr/>
        </p:nvSpPr>
        <p:spPr>
          <a:xfrm>
            <a:off x="7128870" y="4153377"/>
            <a:ext cx="177255" cy="17725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80DD47B7-83B8-29D2-F643-16535EC06BA1}"/>
              </a:ext>
            </a:extLst>
          </p:cNvPr>
          <p:cNvSpPr/>
          <p:nvPr/>
        </p:nvSpPr>
        <p:spPr>
          <a:xfrm>
            <a:off x="7305271" y="4153377"/>
            <a:ext cx="177255" cy="17725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11400862-A927-9CC2-DA9C-48746289EF3E}"/>
              </a:ext>
            </a:extLst>
          </p:cNvPr>
          <p:cNvSpPr/>
          <p:nvPr/>
        </p:nvSpPr>
        <p:spPr>
          <a:xfrm>
            <a:off x="7485455" y="4153377"/>
            <a:ext cx="177255" cy="17725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B3DC289E-BA1C-D83C-E141-04A340E13A75}"/>
              </a:ext>
            </a:extLst>
          </p:cNvPr>
          <p:cNvSpPr/>
          <p:nvPr/>
        </p:nvSpPr>
        <p:spPr>
          <a:xfrm>
            <a:off x="7662710" y="4153377"/>
            <a:ext cx="177255" cy="17725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A45E94F3-B998-10AB-84EF-F34A03AC9519}"/>
              </a:ext>
            </a:extLst>
          </p:cNvPr>
          <p:cNvSpPr/>
          <p:nvPr/>
        </p:nvSpPr>
        <p:spPr>
          <a:xfrm>
            <a:off x="7839084" y="4153377"/>
            <a:ext cx="177255" cy="17725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3D111E26-E7C3-E6E8-53AB-0F473B5D1158}"/>
              </a:ext>
            </a:extLst>
          </p:cNvPr>
          <p:cNvSpPr/>
          <p:nvPr/>
        </p:nvSpPr>
        <p:spPr>
          <a:xfrm>
            <a:off x="6598867" y="4326822"/>
            <a:ext cx="177255" cy="17725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28216EF0-DF2C-6BF8-8D03-912EBB4EF9F4}"/>
              </a:ext>
            </a:extLst>
          </p:cNvPr>
          <p:cNvSpPr/>
          <p:nvPr/>
        </p:nvSpPr>
        <p:spPr>
          <a:xfrm>
            <a:off x="6775241" y="4326822"/>
            <a:ext cx="177255" cy="1772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D8C3DD13-37D7-E060-A3B9-F5C3140C04A8}"/>
              </a:ext>
            </a:extLst>
          </p:cNvPr>
          <p:cNvSpPr/>
          <p:nvPr/>
        </p:nvSpPr>
        <p:spPr>
          <a:xfrm>
            <a:off x="6952496" y="4326822"/>
            <a:ext cx="177255" cy="17725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34811155-8666-C696-70DA-61CC3EC3BBBC}"/>
              </a:ext>
            </a:extLst>
          </p:cNvPr>
          <p:cNvSpPr/>
          <p:nvPr/>
        </p:nvSpPr>
        <p:spPr>
          <a:xfrm>
            <a:off x="7128870" y="4326822"/>
            <a:ext cx="177255" cy="17725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F9D1AED3-8603-34A7-A5BC-12016CE52D1E}"/>
              </a:ext>
            </a:extLst>
          </p:cNvPr>
          <p:cNvSpPr/>
          <p:nvPr/>
        </p:nvSpPr>
        <p:spPr>
          <a:xfrm>
            <a:off x="7305271" y="4326822"/>
            <a:ext cx="177255" cy="17725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1860E354-7325-11A4-80B3-BCAFAF93514E}"/>
              </a:ext>
            </a:extLst>
          </p:cNvPr>
          <p:cNvSpPr/>
          <p:nvPr/>
        </p:nvSpPr>
        <p:spPr>
          <a:xfrm>
            <a:off x="7485455" y="4326822"/>
            <a:ext cx="177255" cy="1772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0DEFECC0-BE4F-6116-F716-88BD89BEDBC3}"/>
              </a:ext>
            </a:extLst>
          </p:cNvPr>
          <p:cNvSpPr/>
          <p:nvPr/>
        </p:nvSpPr>
        <p:spPr>
          <a:xfrm>
            <a:off x="7662710" y="4326822"/>
            <a:ext cx="177255" cy="17725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8E43EB57-824B-8051-8B58-5AC54920093B}"/>
              </a:ext>
            </a:extLst>
          </p:cNvPr>
          <p:cNvSpPr/>
          <p:nvPr/>
        </p:nvSpPr>
        <p:spPr>
          <a:xfrm>
            <a:off x="7839084" y="4326822"/>
            <a:ext cx="177255" cy="1772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680B9592-FBA4-AB99-1EBD-F512C4D08719}"/>
              </a:ext>
            </a:extLst>
          </p:cNvPr>
          <p:cNvSpPr/>
          <p:nvPr/>
        </p:nvSpPr>
        <p:spPr>
          <a:xfrm>
            <a:off x="6598867" y="4508060"/>
            <a:ext cx="177255" cy="1772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476876CE-28F6-0053-697E-B1A770C5AD57}"/>
              </a:ext>
            </a:extLst>
          </p:cNvPr>
          <p:cNvSpPr/>
          <p:nvPr/>
        </p:nvSpPr>
        <p:spPr>
          <a:xfrm>
            <a:off x="6775241" y="4508060"/>
            <a:ext cx="177255" cy="17725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8D644FE8-745F-4533-8831-AAD5F41DDE8E}"/>
              </a:ext>
            </a:extLst>
          </p:cNvPr>
          <p:cNvSpPr/>
          <p:nvPr/>
        </p:nvSpPr>
        <p:spPr>
          <a:xfrm>
            <a:off x="6952496" y="4508060"/>
            <a:ext cx="177255" cy="1772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0DB4D633-CC1F-7991-1513-EE42A2FB8660}"/>
              </a:ext>
            </a:extLst>
          </p:cNvPr>
          <p:cNvSpPr/>
          <p:nvPr/>
        </p:nvSpPr>
        <p:spPr>
          <a:xfrm>
            <a:off x="7128870" y="4508060"/>
            <a:ext cx="177255" cy="17725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3041A143-21BE-CBBC-945B-3E92A1E56EE1}"/>
              </a:ext>
            </a:extLst>
          </p:cNvPr>
          <p:cNvSpPr/>
          <p:nvPr/>
        </p:nvSpPr>
        <p:spPr>
          <a:xfrm>
            <a:off x="7305271" y="4508060"/>
            <a:ext cx="177255" cy="17725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8579CAEC-C252-771E-D839-9180083DAB25}"/>
              </a:ext>
            </a:extLst>
          </p:cNvPr>
          <p:cNvSpPr/>
          <p:nvPr/>
        </p:nvSpPr>
        <p:spPr>
          <a:xfrm>
            <a:off x="7485455" y="4508060"/>
            <a:ext cx="177255" cy="17725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8AADEFFF-221A-B216-0E55-45F88F80211D}"/>
              </a:ext>
            </a:extLst>
          </p:cNvPr>
          <p:cNvSpPr/>
          <p:nvPr/>
        </p:nvSpPr>
        <p:spPr>
          <a:xfrm>
            <a:off x="7662710" y="4508060"/>
            <a:ext cx="177255" cy="17725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D9EE62B2-B8DE-00DE-9DA0-B44F7634EE32}"/>
              </a:ext>
            </a:extLst>
          </p:cNvPr>
          <p:cNvSpPr/>
          <p:nvPr/>
        </p:nvSpPr>
        <p:spPr>
          <a:xfrm>
            <a:off x="7839084" y="4508060"/>
            <a:ext cx="177255" cy="17725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5DE4ED7F-4215-77D8-2893-F97DC2678917}"/>
              </a:ext>
            </a:extLst>
          </p:cNvPr>
          <p:cNvSpPr/>
          <p:nvPr/>
        </p:nvSpPr>
        <p:spPr>
          <a:xfrm>
            <a:off x="6598867" y="4684560"/>
            <a:ext cx="177255" cy="17725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B9DD52C0-ED11-8735-5AF6-4E3D98C36644}"/>
              </a:ext>
            </a:extLst>
          </p:cNvPr>
          <p:cNvSpPr/>
          <p:nvPr/>
        </p:nvSpPr>
        <p:spPr>
          <a:xfrm>
            <a:off x="6775241" y="4684560"/>
            <a:ext cx="177255" cy="17725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84A22A84-996D-F077-8450-15AE4696C175}"/>
              </a:ext>
            </a:extLst>
          </p:cNvPr>
          <p:cNvSpPr/>
          <p:nvPr/>
        </p:nvSpPr>
        <p:spPr>
          <a:xfrm>
            <a:off x="6952496" y="4684560"/>
            <a:ext cx="177255" cy="17725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23953076-52C2-2949-D757-66B3FF16607A}"/>
              </a:ext>
            </a:extLst>
          </p:cNvPr>
          <p:cNvSpPr/>
          <p:nvPr/>
        </p:nvSpPr>
        <p:spPr>
          <a:xfrm>
            <a:off x="7128870" y="4684560"/>
            <a:ext cx="177255" cy="17725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D162EB09-EC27-E596-A804-D03BE5D3CB72}"/>
              </a:ext>
            </a:extLst>
          </p:cNvPr>
          <p:cNvSpPr/>
          <p:nvPr/>
        </p:nvSpPr>
        <p:spPr>
          <a:xfrm>
            <a:off x="7305271" y="4684560"/>
            <a:ext cx="177255" cy="1772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1F580970-A748-D5A7-2090-75545B930355}"/>
              </a:ext>
            </a:extLst>
          </p:cNvPr>
          <p:cNvSpPr/>
          <p:nvPr/>
        </p:nvSpPr>
        <p:spPr>
          <a:xfrm>
            <a:off x="7485455" y="4684560"/>
            <a:ext cx="177255" cy="17725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35BDA022-60EB-486B-7F18-B8A87325D736}"/>
              </a:ext>
            </a:extLst>
          </p:cNvPr>
          <p:cNvSpPr/>
          <p:nvPr/>
        </p:nvSpPr>
        <p:spPr>
          <a:xfrm>
            <a:off x="7662710" y="4684560"/>
            <a:ext cx="177255" cy="17725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778F4389-6E80-68DA-BF4D-624561AC3B2F}"/>
              </a:ext>
            </a:extLst>
          </p:cNvPr>
          <p:cNvSpPr/>
          <p:nvPr/>
        </p:nvSpPr>
        <p:spPr>
          <a:xfrm>
            <a:off x="7839084" y="4684560"/>
            <a:ext cx="177255" cy="1772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9" name="Rectangle 278">
            <a:extLst>
              <a:ext uri="{FF2B5EF4-FFF2-40B4-BE49-F238E27FC236}">
                <a16:creationId xmlns:a16="http://schemas.microsoft.com/office/drawing/2014/main" id="{04BD9B4E-B288-662E-8B30-BDB6FF25DCA4}"/>
              </a:ext>
            </a:extLst>
          </p:cNvPr>
          <p:cNvSpPr/>
          <p:nvPr/>
        </p:nvSpPr>
        <p:spPr>
          <a:xfrm>
            <a:off x="6598867" y="4861988"/>
            <a:ext cx="177255" cy="1772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0" name="Rectangle 279">
            <a:extLst>
              <a:ext uri="{FF2B5EF4-FFF2-40B4-BE49-F238E27FC236}">
                <a16:creationId xmlns:a16="http://schemas.microsoft.com/office/drawing/2014/main" id="{737BB430-4A79-4C3E-929D-F8213B5A8609}"/>
              </a:ext>
            </a:extLst>
          </p:cNvPr>
          <p:cNvSpPr/>
          <p:nvPr/>
        </p:nvSpPr>
        <p:spPr>
          <a:xfrm>
            <a:off x="6775241" y="4861988"/>
            <a:ext cx="177255" cy="17725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65D09745-619B-009A-AD8D-FDD8E02B953D}"/>
              </a:ext>
            </a:extLst>
          </p:cNvPr>
          <p:cNvSpPr/>
          <p:nvPr/>
        </p:nvSpPr>
        <p:spPr>
          <a:xfrm>
            <a:off x="6952496" y="4861988"/>
            <a:ext cx="177255" cy="1772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3DA3DCCA-0599-EB33-B749-921FFD160C3E}"/>
              </a:ext>
            </a:extLst>
          </p:cNvPr>
          <p:cNvSpPr/>
          <p:nvPr/>
        </p:nvSpPr>
        <p:spPr>
          <a:xfrm>
            <a:off x="7128870" y="4861988"/>
            <a:ext cx="177255" cy="1772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786DC8CD-43D0-88BB-EC99-393CE960764D}"/>
              </a:ext>
            </a:extLst>
          </p:cNvPr>
          <p:cNvSpPr/>
          <p:nvPr/>
        </p:nvSpPr>
        <p:spPr>
          <a:xfrm>
            <a:off x="7305271" y="4861988"/>
            <a:ext cx="177255" cy="17725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5C936FDF-A2CA-03C1-447A-D5F58233CFE2}"/>
              </a:ext>
            </a:extLst>
          </p:cNvPr>
          <p:cNvSpPr/>
          <p:nvPr/>
        </p:nvSpPr>
        <p:spPr>
          <a:xfrm>
            <a:off x="7485455" y="4861988"/>
            <a:ext cx="177255" cy="1772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5" name="Rectangle 284">
            <a:extLst>
              <a:ext uri="{FF2B5EF4-FFF2-40B4-BE49-F238E27FC236}">
                <a16:creationId xmlns:a16="http://schemas.microsoft.com/office/drawing/2014/main" id="{65057E59-B4BF-D4D4-7767-2634992564D1}"/>
              </a:ext>
            </a:extLst>
          </p:cNvPr>
          <p:cNvSpPr/>
          <p:nvPr/>
        </p:nvSpPr>
        <p:spPr>
          <a:xfrm>
            <a:off x="7662710" y="4861988"/>
            <a:ext cx="177255" cy="17725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6" name="Rectangle 285">
            <a:extLst>
              <a:ext uri="{FF2B5EF4-FFF2-40B4-BE49-F238E27FC236}">
                <a16:creationId xmlns:a16="http://schemas.microsoft.com/office/drawing/2014/main" id="{14A7E560-C902-4608-2CF3-DFB6B49E2464}"/>
              </a:ext>
            </a:extLst>
          </p:cNvPr>
          <p:cNvSpPr/>
          <p:nvPr/>
        </p:nvSpPr>
        <p:spPr>
          <a:xfrm>
            <a:off x="7839084" y="4861988"/>
            <a:ext cx="177255" cy="17725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9" name="Rectangle 288">
            <a:extLst>
              <a:ext uri="{FF2B5EF4-FFF2-40B4-BE49-F238E27FC236}">
                <a16:creationId xmlns:a16="http://schemas.microsoft.com/office/drawing/2014/main" id="{BEFFBBB6-A6B7-4FFD-02B3-59875A844AD8}"/>
              </a:ext>
            </a:extLst>
          </p:cNvPr>
          <p:cNvSpPr/>
          <p:nvPr/>
        </p:nvSpPr>
        <p:spPr>
          <a:xfrm>
            <a:off x="9204343" y="3975019"/>
            <a:ext cx="744900" cy="47935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0" name="Rectangle 289">
            <a:extLst>
              <a:ext uri="{FF2B5EF4-FFF2-40B4-BE49-F238E27FC236}">
                <a16:creationId xmlns:a16="http://schemas.microsoft.com/office/drawing/2014/main" id="{8F1B8089-F91D-1234-225A-852EAC895D60}"/>
              </a:ext>
            </a:extLst>
          </p:cNvPr>
          <p:cNvSpPr/>
          <p:nvPr/>
        </p:nvSpPr>
        <p:spPr>
          <a:xfrm>
            <a:off x="9944976" y="3975020"/>
            <a:ext cx="455645" cy="20317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1" name="Rectangle 290">
            <a:extLst>
              <a:ext uri="{FF2B5EF4-FFF2-40B4-BE49-F238E27FC236}">
                <a16:creationId xmlns:a16="http://schemas.microsoft.com/office/drawing/2014/main" id="{265623E3-34DA-993E-C8B8-6C9452E6EBDD}"/>
              </a:ext>
            </a:extLst>
          </p:cNvPr>
          <p:cNvSpPr/>
          <p:nvPr/>
        </p:nvSpPr>
        <p:spPr>
          <a:xfrm>
            <a:off x="9944977" y="4178190"/>
            <a:ext cx="156702" cy="27618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A172A178-849E-19F1-A2D9-C06B263C3C86}"/>
              </a:ext>
            </a:extLst>
          </p:cNvPr>
          <p:cNvSpPr/>
          <p:nvPr/>
        </p:nvSpPr>
        <p:spPr>
          <a:xfrm>
            <a:off x="10101679" y="4178190"/>
            <a:ext cx="298942" cy="27618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32CD91E5-BFD9-6BFA-F631-6DF5588E3E03}"/>
              </a:ext>
            </a:extLst>
          </p:cNvPr>
          <p:cNvSpPr/>
          <p:nvPr/>
        </p:nvSpPr>
        <p:spPr>
          <a:xfrm>
            <a:off x="9204343" y="4452226"/>
            <a:ext cx="392354" cy="611902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B6DFDEDB-D6C9-3C1D-A278-DF2EBD23939C}"/>
              </a:ext>
            </a:extLst>
          </p:cNvPr>
          <p:cNvSpPr/>
          <p:nvPr/>
        </p:nvSpPr>
        <p:spPr>
          <a:xfrm>
            <a:off x="9596697" y="4452226"/>
            <a:ext cx="348279" cy="611902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6" name="Rectangle 295">
            <a:extLst>
              <a:ext uri="{FF2B5EF4-FFF2-40B4-BE49-F238E27FC236}">
                <a16:creationId xmlns:a16="http://schemas.microsoft.com/office/drawing/2014/main" id="{FC34D49C-A3C9-6E56-7CD5-390A3EFB87D9}"/>
              </a:ext>
            </a:extLst>
          </p:cNvPr>
          <p:cNvSpPr/>
          <p:nvPr/>
        </p:nvSpPr>
        <p:spPr>
          <a:xfrm>
            <a:off x="9943745" y="4452226"/>
            <a:ext cx="456876" cy="23211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7" name="Rectangle 296">
            <a:extLst>
              <a:ext uri="{FF2B5EF4-FFF2-40B4-BE49-F238E27FC236}">
                <a16:creationId xmlns:a16="http://schemas.microsoft.com/office/drawing/2014/main" id="{17AA48BE-FE55-C6E4-CBA1-FFF3F84B9F10}"/>
              </a:ext>
            </a:extLst>
          </p:cNvPr>
          <p:cNvSpPr/>
          <p:nvPr/>
        </p:nvSpPr>
        <p:spPr>
          <a:xfrm>
            <a:off x="9943745" y="4679467"/>
            <a:ext cx="456876" cy="23211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8" name="Rectangle 297">
            <a:extLst>
              <a:ext uri="{FF2B5EF4-FFF2-40B4-BE49-F238E27FC236}">
                <a16:creationId xmlns:a16="http://schemas.microsoft.com/office/drawing/2014/main" id="{57ADDFB2-AD72-B4B7-2025-EAF378CF2B07}"/>
              </a:ext>
            </a:extLst>
          </p:cNvPr>
          <p:cNvSpPr/>
          <p:nvPr/>
        </p:nvSpPr>
        <p:spPr>
          <a:xfrm>
            <a:off x="9943745" y="4905720"/>
            <a:ext cx="456876" cy="1584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9" name="Rectangle 298">
            <a:extLst>
              <a:ext uri="{FF2B5EF4-FFF2-40B4-BE49-F238E27FC236}">
                <a16:creationId xmlns:a16="http://schemas.microsoft.com/office/drawing/2014/main" id="{16DC5E0B-7559-828F-5C2A-8408395D0591}"/>
              </a:ext>
            </a:extLst>
          </p:cNvPr>
          <p:cNvSpPr/>
          <p:nvPr/>
        </p:nvSpPr>
        <p:spPr>
          <a:xfrm>
            <a:off x="10394790" y="3975018"/>
            <a:ext cx="254004" cy="1089107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0" name="Rectangle 299">
            <a:extLst>
              <a:ext uri="{FF2B5EF4-FFF2-40B4-BE49-F238E27FC236}">
                <a16:creationId xmlns:a16="http://schemas.microsoft.com/office/drawing/2014/main" id="{4EA279B2-0C2F-3EC5-7799-AB50028AA4FF}"/>
              </a:ext>
            </a:extLst>
          </p:cNvPr>
          <p:cNvSpPr/>
          <p:nvPr/>
        </p:nvSpPr>
        <p:spPr>
          <a:xfrm>
            <a:off x="10649541" y="3975019"/>
            <a:ext cx="292364" cy="213079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48ED0048-6996-957C-3DB7-270E30A3FF6D}"/>
              </a:ext>
            </a:extLst>
          </p:cNvPr>
          <p:cNvSpPr/>
          <p:nvPr/>
        </p:nvSpPr>
        <p:spPr>
          <a:xfrm>
            <a:off x="10649541" y="4178190"/>
            <a:ext cx="292364" cy="21307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8DD6377F-7585-DECF-4F65-84A59EFE6D77}"/>
              </a:ext>
            </a:extLst>
          </p:cNvPr>
          <p:cNvSpPr/>
          <p:nvPr/>
        </p:nvSpPr>
        <p:spPr>
          <a:xfrm>
            <a:off x="10649541" y="4388930"/>
            <a:ext cx="192772" cy="67519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5" name="Rectangle 304">
            <a:extLst>
              <a:ext uri="{FF2B5EF4-FFF2-40B4-BE49-F238E27FC236}">
                <a16:creationId xmlns:a16="http://schemas.microsoft.com/office/drawing/2014/main" id="{0C62DDAF-EB51-D8A8-07BC-3A0239831FA5}"/>
              </a:ext>
            </a:extLst>
          </p:cNvPr>
          <p:cNvSpPr/>
          <p:nvPr/>
        </p:nvSpPr>
        <p:spPr>
          <a:xfrm>
            <a:off x="10842313" y="4388930"/>
            <a:ext cx="98442" cy="67519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18" name="Picture 317">
            <a:extLst>
              <a:ext uri="{FF2B5EF4-FFF2-40B4-BE49-F238E27FC236}">
                <a16:creationId xmlns:a16="http://schemas.microsoft.com/office/drawing/2014/main" id="{EBFF9E62-450B-C2B8-18E5-038330E9D2A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34000"/>
                    </a14:imgEffect>
                    <a14:imgEffect>
                      <a14:saturation sat="294000"/>
                    </a14:imgEffect>
                    <a14:imgEffect>
                      <a14:brightnessContrast contrast="-41000"/>
                    </a14:imgEffect>
                  </a14:imgLayer>
                </a14:imgProps>
              </a:ext>
            </a:extLst>
          </a:blip>
          <a:srcRect l="36124" t="13909" r="14526" b="15600"/>
          <a:stretch/>
        </p:blipFill>
        <p:spPr>
          <a:xfrm>
            <a:off x="3952240" y="5584830"/>
            <a:ext cx="1445091" cy="1448470"/>
          </a:xfrm>
          <a:prstGeom prst="rect">
            <a:avLst/>
          </a:prstGeom>
        </p:spPr>
      </p:pic>
      <p:sp>
        <p:nvSpPr>
          <p:cNvPr id="321" name="Isosceles Triangle 320">
            <a:extLst>
              <a:ext uri="{FF2B5EF4-FFF2-40B4-BE49-F238E27FC236}">
                <a16:creationId xmlns:a16="http://schemas.microsoft.com/office/drawing/2014/main" id="{6BFC50A4-8310-055B-5CD4-9CAE79642FF3}"/>
              </a:ext>
            </a:extLst>
          </p:cNvPr>
          <p:cNvSpPr/>
          <p:nvPr/>
        </p:nvSpPr>
        <p:spPr>
          <a:xfrm>
            <a:off x="6638795" y="5671815"/>
            <a:ext cx="1510205" cy="1301901"/>
          </a:xfrm>
          <a:prstGeom prst="triangle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1" name="Oval 330">
            <a:extLst>
              <a:ext uri="{FF2B5EF4-FFF2-40B4-BE49-F238E27FC236}">
                <a16:creationId xmlns:a16="http://schemas.microsoft.com/office/drawing/2014/main" id="{01545399-6358-0523-A56A-9D086BAFF1F6}"/>
              </a:ext>
            </a:extLst>
          </p:cNvPr>
          <p:cNvSpPr/>
          <p:nvPr/>
        </p:nvSpPr>
        <p:spPr>
          <a:xfrm>
            <a:off x="7320170" y="6277699"/>
            <a:ext cx="54952" cy="54952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2" name="Oval 331">
            <a:extLst>
              <a:ext uri="{FF2B5EF4-FFF2-40B4-BE49-F238E27FC236}">
                <a16:creationId xmlns:a16="http://schemas.microsoft.com/office/drawing/2014/main" id="{7DA779D7-697E-E1B1-C561-60BF73BF2F8C}"/>
              </a:ext>
            </a:extLst>
          </p:cNvPr>
          <p:cNvSpPr/>
          <p:nvPr/>
        </p:nvSpPr>
        <p:spPr>
          <a:xfrm>
            <a:off x="7152130" y="6418731"/>
            <a:ext cx="54952" cy="54952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3" name="Oval 332">
            <a:extLst>
              <a:ext uri="{FF2B5EF4-FFF2-40B4-BE49-F238E27FC236}">
                <a16:creationId xmlns:a16="http://schemas.microsoft.com/office/drawing/2014/main" id="{08E5F47F-3B9F-AF05-BF16-56E9F4AEECF5}"/>
              </a:ext>
            </a:extLst>
          </p:cNvPr>
          <p:cNvSpPr/>
          <p:nvPr/>
        </p:nvSpPr>
        <p:spPr>
          <a:xfrm>
            <a:off x="7360809" y="6566607"/>
            <a:ext cx="54952" cy="54952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4" name="Oval 333">
            <a:extLst>
              <a:ext uri="{FF2B5EF4-FFF2-40B4-BE49-F238E27FC236}">
                <a16:creationId xmlns:a16="http://schemas.microsoft.com/office/drawing/2014/main" id="{1FAC4AF5-62FA-DA6A-3F8A-DA1E6B65BEB3}"/>
              </a:ext>
            </a:extLst>
          </p:cNvPr>
          <p:cNvSpPr/>
          <p:nvPr/>
        </p:nvSpPr>
        <p:spPr>
          <a:xfrm>
            <a:off x="7348281" y="6726415"/>
            <a:ext cx="54952" cy="54952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5" name="Oval 334">
            <a:extLst>
              <a:ext uri="{FF2B5EF4-FFF2-40B4-BE49-F238E27FC236}">
                <a16:creationId xmlns:a16="http://schemas.microsoft.com/office/drawing/2014/main" id="{84B8D8CE-A0A3-9B84-001A-0465B047F48F}"/>
              </a:ext>
            </a:extLst>
          </p:cNvPr>
          <p:cNvSpPr/>
          <p:nvPr/>
        </p:nvSpPr>
        <p:spPr>
          <a:xfrm>
            <a:off x="7581432" y="6402383"/>
            <a:ext cx="54952" cy="54952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6" name="Oval 335">
            <a:extLst>
              <a:ext uri="{FF2B5EF4-FFF2-40B4-BE49-F238E27FC236}">
                <a16:creationId xmlns:a16="http://schemas.microsoft.com/office/drawing/2014/main" id="{0C613BF2-98D2-916A-5FF1-14EFAE351A98}"/>
              </a:ext>
            </a:extLst>
          </p:cNvPr>
          <p:cNvSpPr/>
          <p:nvPr/>
        </p:nvSpPr>
        <p:spPr>
          <a:xfrm>
            <a:off x="7397710" y="6040326"/>
            <a:ext cx="54952" cy="54952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7" name="Oval 336">
            <a:extLst>
              <a:ext uri="{FF2B5EF4-FFF2-40B4-BE49-F238E27FC236}">
                <a16:creationId xmlns:a16="http://schemas.microsoft.com/office/drawing/2014/main" id="{D0974877-06AF-58CC-49C4-AA5F347D6DD9}"/>
              </a:ext>
            </a:extLst>
          </p:cNvPr>
          <p:cNvSpPr/>
          <p:nvPr/>
        </p:nvSpPr>
        <p:spPr>
          <a:xfrm>
            <a:off x="7429559" y="6397360"/>
            <a:ext cx="54952" cy="54952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8" name="Oval 337">
            <a:extLst>
              <a:ext uri="{FF2B5EF4-FFF2-40B4-BE49-F238E27FC236}">
                <a16:creationId xmlns:a16="http://schemas.microsoft.com/office/drawing/2014/main" id="{1CB4DB44-AE44-500F-A2D0-36DFF82753CE}"/>
              </a:ext>
            </a:extLst>
          </p:cNvPr>
          <p:cNvSpPr/>
          <p:nvPr/>
        </p:nvSpPr>
        <p:spPr>
          <a:xfrm>
            <a:off x="6987887" y="6647990"/>
            <a:ext cx="54952" cy="54952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9" name="Oval 338">
            <a:extLst>
              <a:ext uri="{FF2B5EF4-FFF2-40B4-BE49-F238E27FC236}">
                <a16:creationId xmlns:a16="http://schemas.microsoft.com/office/drawing/2014/main" id="{687766D0-F58E-EFFC-A130-3F306C6CF629}"/>
              </a:ext>
            </a:extLst>
          </p:cNvPr>
          <p:cNvSpPr/>
          <p:nvPr/>
        </p:nvSpPr>
        <p:spPr>
          <a:xfrm>
            <a:off x="6911857" y="6817361"/>
            <a:ext cx="54952" cy="54952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0" name="Oval 339">
            <a:extLst>
              <a:ext uri="{FF2B5EF4-FFF2-40B4-BE49-F238E27FC236}">
                <a16:creationId xmlns:a16="http://schemas.microsoft.com/office/drawing/2014/main" id="{1DA945A9-7509-A60B-B1FC-E6E94745E06B}"/>
              </a:ext>
            </a:extLst>
          </p:cNvPr>
          <p:cNvSpPr/>
          <p:nvPr/>
        </p:nvSpPr>
        <p:spPr>
          <a:xfrm>
            <a:off x="7812922" y="6837590"/>
            <a:ext cx="54952" cy="54952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1" name="Oval 340">
            <a:extLst>
              <a:ext uri="{FF2B5EF4-FFF2-40B4-BE49-F238E27FC236}">
                <a16:creationId xmlns:a16="http://schemas.microsoft.com/office/drawing/2014/main" id="{5597E105-4D61-2BDB-A38B-0F81436996C3}"/>
              </a:ext>
            </a:extLst>
          </p:cNvPr>
          <p:cNvSpPr/>
          <p:nvPr/>
        </p:nvSpPr>
        <p:spPr>
          <a:xfrm>
            <a:off x="7648958" y="6642745"/>
            <a:ext cx="54952" cy="54952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2" name="Oval 341">
            <a:extLst>
              <a:ext uri="{FF2B5EF4-FFF2-40B4-BE49-F238E27FC236}">
                <a16:creationId xmlns:a16="http://schemas.microsoft.com/office/drawing/2014/main" id="{D427B6CC-4696-1481-39D1-8A4FE483FCD0}"/>
              </a:ext>
            </a:extLst>
          </p:cNvPr>
          <p:cNvSpPr/>
          <p:nvPr/>
        </p:nvSpPr>
        <p:spPr>
          <a:xfrm>
            <a:off x="7554046" y="6753891"/>
            <a:ext cx="54952" cy="54952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2" name="Rectangle 361">
            <a:extLst>
              <a:ext uri="{FF2B5EF4-FFF2-40B4-BE49-F238E27FC236}">
                <a16:creationId xmlns:a16="http://schemas.microsoft.com/office/drawing/2014/main" id="{9072A6C3-7B48-9A85-360F-5E83577EA418}"/>
              </a:ext>
            </a:extLst>
          </p:cNvPr>
          <p:cNvSpPr/>
          <p:nvPr/>
        </p:nvSpPr>
        <p:spPr>
          <a:xfrm>
            <a:off x="3570103" y="5584830"/>
            <a:ext cx="2159563" cy="14362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3" name="Rectangle 362">
            <a:extLst>
              <a:ext uri="{FF2B5EF4-FFF2-40B4-BE49-F238E27FC236}">
                <a16:creationId xmlns:a16="http://schemas.microsoft.com/office/drawing/2014/main" id="{1515EDAD-4D81-BFDB-38F3-438322366BA4}"/>
              </a:ext>
            </a:extLst>
          </p:cNvPr>
          <p:cNvSpPr/>
          <p:nvPr/>
        </p:nvSpPr>
        <p:spPr>
          <a:xfrm>
            <a:off x="6317927" y="5584830"/>
            <a:ext cx="2159563" cy="14362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4" name="Rectangle 363">
            <a:extLst>
              <a:ext uri="{FF2B5EF4-FFF2-40B4-BE49-F238E27FC236}">
                <a16:creationId xmlns:a16="http://schemas.microsoft.com/office/drawing/2014/main" id="{BC04CC04-C103-BE7A-8FDA-229FCC300A03}"/>
              </a:ext>
            </a:extLst>
          </p:cNvPr>
          <p:cNvSpPr/>
          <p:nvPr/>
        </p:nvSpPr>
        <p:spPr>
          <a:xfrm>
            <a:off x="732086" y="132045"/>
            <a:ext cx="2159563" cy="14362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5" name="Rectangle 364">
            <a:extLst>
              <a:ext uri="{FF2B5EF4-FFF2-40B4-BE49-F238E27FC236}">
                <a16:creationId xmlns:a16="http://schemas.microsoft.com/office/drawing/2014/main" id="{191FA6E6-CF55-9222-CDB1-A0E337F4CAC1}"/>
              </a:ext>
            </a:extLst>
          </p:cNvPr>
          <p:cNvSpPr/>
          <p:nvPr/>
        </p:nvSpPr>
        <p:spPr>
          <a:xfrm>
            <a:off x="732086" y="3834624"/>
            <a:ext cx="2159563" cy="14362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6" name="Rectangle 365">
            <a:extLst>
              <a:ext uri="{FF2B5EF4-FFF2-40B4-BE49-F238E27FC236}">
                <a16:creationId xmlns:a16="http://schemas.microsoft.com/office/drawing/2014/main" id="{E9182BCE-0F25-C37D-C915-5683C8E740EB}"/>
              </a:ext>
            </a:extLst>
          </p:cNvPr>
          <p:cNvSpPr/>
          <p:nvPr/>
        </p:nvSpPr>
        <p:spPr>
          <a:xfrm>
            <a:off x="6256742" y="1986496"/>
            <a:ext cx="2159563" cy="14362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8" name="Rectangle 367">
            <a:extLst>
              <a:ext uri="{FF2B5EF4-FFF2-40B4-BE49-F238E27FC236}">
                <a16:creationId xmlns:a16="http://schemas.microsoft.com/office/drawing/2014/main" id="{14DEF82B-83D2-31B3-8BD0-09276EFF7738}"/>
              </a:ext>
            </a:extLst>
          </p:cNvPr>
          <p:cNvSpPr/>
          <p:nvPr/>
        </p:nvSpPr>
        <p:spPr>
          <a:xfrm>
            <a:off x="9213398" y="3975018"/>
            <a:ext cx="1175579" cy="46997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9" name="Rectangle 368">
            <a:extLst>
              <a:ext uri="{FF2B5EF4-FFF2-40B4-BE49-F238E27FC236}">
                <a16:creationId xmlns:a16="http://schemas.microsoft.com/office/drawing/2014/main" id="{3A2C2EF3-6D81-A9CD-E3CA-99BA71E73B37}"/>
              </a:ext>
            </a:extLst>
          </p:cNvPr>
          <p:cNvSpPr/>
          <p:nvPr/>
        </p:nvSpPr>
        <p:spPr>
          <a:xfrm>
            <a:off x="9213398" y="4447138"/>
            <a:ext cx="1175579" cy="61190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0" name="Rectangle 369">
            <a:extLst>
              <a:ext uri="{FF2B5EF4-FFF2-40B4-BE49-F238E27FC236}">
                <a16:creationId xmlns:a16="http://schemas.microsoft.com/office/drawing/2014/main" id="{2BD7799F-3C8B-C08E-C927-3B542C3F3609}"/>
              </a:ext>
            </a:extLst>
          </p:cNvPr>
          <p:cNvSpPr/>
          <p:nvPr/>
        </p:nvSpPr>
        <p:spPr>
          <a:xfrm>
            <a:off x="10388977" y="3973655"/>
            <a:ext cx="552596" cy="108538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E2B31050-9F49-9860-A34F-D8494EEAB229}"/>
              </a:ext>
            </a:extLst>
          </p:cNvPr>
          <p:cNvCxnSpPr>
            <a:cxnSpLocks/>
          </p:cNvCxnSpPr>
          <p:nvPr/>
        </p:nvCxnSpPr>
        <p:spPr>
          <a:xfrm flipV="1">
            <a:off x="9183916" y="5612804"/>
            <a:ext cx="0" cy="1439694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04D1109-B935-25D6-C6DE-9C732BE851D2}"/>
              </a:ext>
            </a:extLst>
          </p:cNvPr>
          <p:cNvCxnSpPr>
            <a:cxnSpLocks/>
          </p:cNvCxnSpPr>
          <p:nvPr/>
        </p:nvCxnSpPr>
        <p:spPr>
          <a:xfrm>
            <a:off x="9067184" y="6916310"/>
            <a:ext cx="1945532" cy="0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9122204-F13B-16D7-5A97-E64EFE2E20AB}"/>
              </a:ext>
            </a:extLst>
          </p:cNvPr>
          <p:cNvCxnSpPr>
            <a:cxnSpLocks/>
          </p:cNvCxnSpPr>
          <p:nvPr/>
        </p:nvCxnSpPr>
        <p:spPr>
          <a:xfrm flipV="1">
            <a:off x="9516463" y="6319901"/>
            <a:ext cx="0" cy="596409"/>
          </a:xfrm>
          <a:prstGeom prst="straightConnector1">
            <a:avLst/>
          </a:prstGeom>
          <a:ln w="12700">
            <a:solidFill>
              <a:srgbClr val="00206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3A5AC72-1939-79D6-29E9-5769873EC3B5}"/>
              </a:ext>
            </a:extLst>
          </p:cNvPr>
          <p:cNvCxnSpPr>
            <a:cxnSpLocks/>
          </p:cNvCxnSpPr>
          <p:nvPr/>
        </p:nvCxnSpPr>
        <p:spPr>
          <a:xfrm flipV="1">
            <a:off x="9667814" y="6040326"/>
            <a:ext cx="0" cy="875984"/>
          </a:xfrm>
          <a:prstGeom prst="straightConnector1">
            <a:avLst/>
          </a:prstGeom>
          <a:ln w="12700">
            <a:solidFill>
              <a:srgbClr val="00206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52F8744-DA02-6BD1-7876-C39A17C69700}"/>
              </a:ext>
            </a:extLst>
          </p:cNvPr>
          <p:cNvCxnSpPr>
            <a:cxnSpLocks/>
          </p:cNvCxnSpPr>
          <p:nvPr/>
        </p:nvCxnSpPr>
        <p:spPr>
          <a:xfrm flipV="1">
            <a:off x="9808784" y="6418731"/>
            <a:ext cx="0" cy="497579"/>
          </a:xfrm>
          <a:prstGeom prst="straightConnector1">
            <a:avLst/>
          </a:prstGeom>
          <a:ln w="12700">
            <a:solidFill>
              <a:srgbClr val="00206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10103E5-86C8-FAC7-C974-2FEF799C425C}"/>
              </a:ext>
            </a:extLst>
          </p:cNvPr>
          <p:cNvCxnSpPr>
            <a:cxnSpLocks/>
          </p:cNvCxnSpPr>
          <p:nvPr/>
        </p:nvCxnSpPr>
        <p:spPr>
          <a:xfrm flipV="1">
            <a:off x="9943745" y="6319901"/>
            <a:ext cx="0" cy="596409"/>
          </a:xfrm>
          <a:prstGeom prst="straightConnector1">
            <a:avLst/>
          </a:prstGeom>
          <a:ln w="12700">
            <a:solidFill>
              <a:srgbClr val="00206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89FE178-34FA-475A-910C-984FA9E74145}"/>
              </a:ext>
            </a:extLst>
          </p:cNvPr>
          <p:cNvCxnSpPr>
            <a:cxnSpLocks/>
          </p:cNvCxnSpPr>
          <p:nvPr/>
        </p:nvCxnSpPr>
        <p:spPr>
          <a:xfrm flipV="1">
            <a:off x="10073383" y="5836920"/>
            <a:ext cx="0" cy="1079390"/>
          </a:xfrm>
          <a:prstGeom prst="straightConnector1">
            <a:avLst/>
          </a:prstGeom>
          <a:ln w="12700">
            <a:solidFill>
              <a:srgbClr val="00206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38F32BE-22B4-7A0B-6725-439D79ECBF1B}"/>
              </a:ext>
            </a:extLst>
          </p:cNvPr>
          <p:cNvCxnSpPr>
            <a:cxnSpLocks/>
          </p:cNvCxnSpPr>
          <p:nvPr/>
        </p:nvCxnSpPr>
        <p:spPr>
          <a:xfrm flipV="1">
            <a:off x="10218163" y="6134100"/>
            <a:ext cx="0" cy="782210"/>
          </a:xfrm>
          <a:prstGeom prst="straightConnector1">
            <a:avLst/>
          </a:prstGeom>
          <a:ln w="12700">
            <a:solidFill>
              <a:srgbClr val="00206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FBCC3F7-5D06-9A7E-88E9-F588D6D01D96}"/>
              </a:ext>
            </a:extLst>
          </p:cNvPr>
          <p:cNvCxnSpPr>
            <a:cxnSpLocks/>
          </p:cNvCxnSpPr>
          <p:nvPr/>
        </p:nvCxnSpPr>
        <p:spPr>
          <a:xfrm flipV="1">
            <a:off x="10342092" y="6566607"/>
            <a:ext cx="0" cy="349703"/>
          </a:xfrm>
          <a:prstGeom prst="straightConnector1">
            <a:avLst/>
          </a:prstGeom>
          <a:ln w="12700">
            <a:solidFill>
              <a:srgbClr val="00206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D82DA57-0BA0-B1C0-240D-5794C292A0BE}"/>
              </a:ext>
            </a:extLst>
          </p:cNvPr>
          <p:cNvCxnSpPr>
            <a:cxnSpLocks/>
          </p:cNvCxnSpPr>
          <p:nvPr/>
        </p:nvCxnSpPr>
        <p:spPr>
          <a:xfrm flipV="1">
            <a:off x="10479210" y="6473683"/>
            <a:ext cx="0" cy="442627"/>
          </a:xfrm>
          <a:prstGeom prst="straightConnector1">
            <a:avLst/>
          </a:prstGeom>
          <a:ln w="12700">
            <a:solidFill>
              <a:srgbClr val="00206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5C38D62-4977-7381-FF6D-AA6612F5ED6A}"/>
              </a:ext>
            </a:extLst>
          </p:cNvPr>
          <p:cNvCxnSpPr>
            <a:cxnSpLocks/>
          </p:cNvCxnSpPr>
          <p:nvPr/>
        </p:nvCxnSpPr>
        <p:spPr>
          <a:xfrm flipV="1">
            <a:off x="10598879" y="6566607"/>
            <a:ext cx="0" cy="349703"/>
          </a:xfrm>
          <a:prstGeom prst="straightConnector1">
            <a:avLst/>
          </a:prstGeom>
          <a:ln w="12700">
            <a:solidFill>
              <a:srgbClr val="00206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D0FE7B75-63CF-0EC6-E6B6-5A6D14034018}"/>
              </a:ext>
            </a:extLst>
          </p:cNvPr>
          <p:cNvSpPr/>
          <p:nvPr/>
        </p:nvSpPr>
        <p:spPr>
          <a:xfrm>
            <a:off x="9488782" y="6318511"/>
            <a:ext cx="54952" cy="54952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D944F337-C1D6-A53E-7AB0-D751A7D2E560}"/>
              </a:ext>
            </a:extLst>
          </p:cNvPr>
          <p:cNvSpPr/>
          <p:nvPr/>
        </p:nvSpPr>
        <p:spPr>
          <a:xfrm>
            <a:off x="9640338" y="6007762"/>
            <a:ext cx="54952" cy="54952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BB9FD73B-B6AA-B373-9691-7CCF66CD44FF}"/>
              </a:ext>
            </a:extLst>
          </p:cNvPr>
          <p:cNvSpPr/>
          <p:nvPr/>
        </p:nvSpPr>
        <p:spPr>
          <a:xfrm>
            <a:off x="9781308" y="6391255"/>
            <a:ext cx="54952" cy="54952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FB945985-99BC-E02F-3A0F-ED6EC9228579}"/>
              </a:ext>
            </a:extLst>
          </p:cNvPr>
          <p:cNvSpPr/>
          <p:nvPr/>
        </p:nvSpPr>
        <p:spPr>
          <a:xfrm>
            <a:off x="9920337" y="6297175"/>
            <a:ext cx="54952" cy="54952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F1A536FA-52B7-E25B-6D41-70D3518E5BB9}"/>
              </a:ext>
            </a:extLst>
          </p:cNvPr>
          <p:cNvSpPr/>
          <p:nvPr/>
        </p:nvSpPr>
        <p:spPr>
          <a:xfrm>
            <a:off x="10046727" y="5815271"/>
            <a:ext cx="54952" cy="54952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F0424FA4-F621-DDD5-F3E5-3C850F631458}"/>
              </a:ext>
            </a:extLst>
          </p:cNvPr>
          <p:cNvSpPr/>
          <p:nvPr/>
        </p:nvSpPr>
        <p:spPr>
          <a:xfrm>
            <a:off x="10190687" y="6106924"/>
            <a:ext cx="54952" cy="54952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9C5B8DB5-7AD8-733D-5F7C-BEC3F2BD026B}"/>
              </a:ext>
            </a:extLst>
          </p:cNvPr>
          <p:cNvSpPr/>
          <p:nvPr/>
        </p:nvSpPr>
        <p:spPr>
          <a:xfrm>
            <a:off x="10314616" y="6551791"/>
            <a:ext cx="54952" cy="54952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8B12A9DD-978F-C368-F634-0CFF885DC929}"/>
              </a:ext>
            </a:extLst>
          </p:cNvPr>
          <p:cNvSpPr/>
          <p:nvPr/>
        </p:nvSpPr>
        <p:spPr>
          <a:xfrm>
            <a:off x="10451477" y="6462036"/>
            <a:ext cx="54952" cy="54952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BD1D20DC-C12F-8C34-854F-A8BE8006C216}"/>
              </a:ext>
            </a:extLst>
          </p:cNvPr>
          <p:cNvSpPr/>
          <p:nvPr/>
        </p:nvSpPr>
        <p:spPr>
          <a:xfrm>
            <a:off x="10576617" y="6539131"/>
            <a:ext cx="54952" cy="54952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02522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8B525179-D13F-76BF-38D5-B6C4C4966DC4}"/>
              </a:ext>
            </a:extLst>
          </p:cNvPr>
          <p:cNvSpPr/>
          <p:nvPr/>
        </p:nvSpPr>
        <p:spPr>
          <a:xfrm>
            <a:off x="1322962" y="1149602"/>
            <a:ext cx="6591678" cy="4035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DAFA63-3665-8562-C59C-BA21511D3C1C}"/>
              </a:ext>
            </a:extLst>
          </p:cNvPr>
          <p:cNvSpPr/>
          <p:nvPr/>
        </p:nvSpPr>
        <p:spPr>
          <a:xfrm>
            <a:off x="1848256" y="3813242"/>
            <a:ext cx="525293" cy="114786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BADCC3-B9C1-D369-5E47-CCE40186FB32}"/>
              </a:ext>
            </a:extLst>
          </p:cNvPr>
          <p:cNvSpPr/>
          <p:nvPr/>
        </p:nvSpPr>
        <p:spPr>
          <a:xfrm>
            <a:off x="1848256" y="3083668"/>
            <a:ext cx="525293" cy="72957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2742BD-E91F-2D8B-9037-D7C510346F00}"/>
              </a:ext>
            </a:extLst>
          </p:cNvPr>
          <p:cNvSpPr/>
          <p:nvPr/>
        </p:nvSpPr>
        <p:spPr>
          <a:xfrm>
            <a:off x="1848256" y="1935804"/>
            <a:ext cx="525293" cy="114786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0C9E64-D6F5-2F91-3153-58097CC20483}"/>
              </a:ext>
            </a:extLst>
          </p:cNvPr>
          <p:cNvSpPr/>
          <p:nvPr/>
        </p:nvSpPr>
        <p:spPr>
          <a:xfrm>
            <a:off x="1848256" y="1371600"/>
            <a:ext cx="525293" cy="56420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B7F7931-2023-2EE3-C4F7-84B83C1381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8810711"/>
              </p:ext>
            </p:extLst>
          </p:nvPr>
        </p:nvGraphicFramePr>
        <p:xfrm>
          <a:off x="3063130" y="2178457"/>
          <a:ext cx="4647093" cy="1854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71908">
                  <a:extLst>
                    <a:ext uri="{9D8B030D-6E8A-4147-A177-3AD203B41FA5}">
                      <a16:colId xmlns:a16="http://schemas.microsoft.com/office/drawing/2014/main" val="2877629333"/>
                    </a:ext>
                  </a:extLst>
                </a:gridCol>
                <a:gridCol w="921068">
                  <a:extLst>
                    <a:ext uri="{9D8B030D-6E8A-4147-A177-3AD203B41FA5}">
                      <a16:colId xmlns:a16="http://schemas.microsoft.com/office/drawing/2014/main" val="1226488798"/>
                    </a:ext>
                  </a:extLst>
                </a:gridCol>
                <a:gridCol w="692468">
                  <a:extLst>
                    <a:ext uri="{9D8B030D-6E8A-4147-A177-3AD203B41FA5}">
                      <a16:colId xmlns:a16="http://schemas.microsoft.com/office/drawing/2014/main" val="476309142"/>
                    </a:ext>
                  </a:extLst>
                </a:gridCol>
                <a:gridCol w="2361649">
                  <a:extLst>
                    <a:ext uri="{9D8B030D-6E8A-4147-A177-3AD203B41FA5}">
                      <a16:colId xmlns:a16="http://schemas.microsoft.com/office/drawing/2014/main" val="37466146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GB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統計量</a:t>
                      </a:r>
                      <a:endParaRPr lang="en-GB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累加</a:t>
                      </a:r>
                      <a:endParaRPr lang="en-GB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標註位置</a:t>
                      </a:r>
                      <a:endParaRPr lang="en-GB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4708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黃</a:t>
                      </a:r>
                      <a:endParaRPr lang="en-GB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0070C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  <a:endParaRPr lang="en-GB" dirty="0">
                        <a:solidFill>
                          <a:srgbClr val="0070C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rgbClr val="0070C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  <a:r>
                        <a:rPr lang="zh-TW" altLang="en-US" dirty="0">
                          <a:solidFill>
                            <a:srgbClr val="0070C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–</a:t>
                      </a:r>
                      <a:r>
                        <a:rPr lang="zh-TW" altLang="en-US" dirty="0">
                          <a:solidFill>
                            <a:srgbClr val="0070C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GB" altLang="zh-TW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  <a:r>
                        <a:rPr lang="en-GB" altLang="zh-TW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/2 = </a:t>
                      </a:r>
                      <a:r>
                        <a:rPr lang="en-GB" altLang="zh-TW" b="1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05154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藍</a:t>
                      </a:r>
                      <a:endParaRPr lang="en-GB" b="1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0070C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</a:t>
                      </a:r>
                      <a:endParaRPr lang="en-GB" dirty="0">
                        <a:solidFill>
                          <a:srgbClr val="0070C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</a:t>
                      </a:r>
                      <a:r>
                        <a:rPr kumimoji="0" lang="zh-TW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</a:t>
                      </a: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–</a:t>
                      </a:r>
                      <a:r>
                        <a:rPr kumimoji="0" lang="zh-TW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</a:t>
                      </a:r>
                      <a:r>
                        <a:rPr kumimoji="0" lang="en-GB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3</a:t>
                      </a:r>
                      <a:r>
                        <a:rPr kumimoji="0" lang="en-GB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/2 = </a:t>
                      </a:r>
                      <a:r>
                        <a:rPr kumimoji="0" lang="en-GB" altLang="zh-TW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6.5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5782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綠</a:t>
                      </a:r>
                      <a:endParaRPr lang="en-GB" b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0070C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14</a:t>
                      </a:r>
                      <a:endParaRPr lang="en-GB" dirty="0">
                        <a:solidFill>
                          <a:srgbClr val="0070C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14 </a:t>
                      </a: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–</a:t>
                      </a:r>
                      <a:r>
                        <a:rPr kumimoji="0" lang="zh-TW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</a:t>
                      </a:r>
                      <a:r>
                        <a:rPr kumimoji="0" lang="en-GB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6</a:t>
                      </a:r>
                      <a:r>
                        <a:rPr kumimoji="0" lang="en-GB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/2 = </a:t>
                      </a:r>
                      <a:r>
                        <a:rPr kumimoji="0" lang="en-GB" altLang="zh-TW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9065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紅</a:t>
                      </a:r>
                      <a:endParaRPr lang="en-GB" b="1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0070C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16</a:t>
                      </a:r>
                      <a:endParaRPr lang="en-GB" dirty="0">
                        <a:solidFill>
                          <a:srgbClr val="0070C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16</a:t>
                      </a:r>
                      <a:r>
                        <a:rPr kumimoji="0" lang="zh-TW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</a:t>
                      </a: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–</a:t>
                      </a:r>
                      <a:r>
                        <a:rPr kumimoji="0" lang="zh-TW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</a:t>
                      </a:r>
                      <a:r>
                        <a:rPr kumimoji="0" lang="en-GB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</a:t>
                      </a:r>
                      <a:r>
                        <a:rPr kumimoji="0" lang="en-GB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/2 = </a:t>
                      </a:r>
                      <a:r>
                        <a:rPr kumimoji="0" lang="en-GB" altLang="zh-TW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192564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C22A620-0299-E9A5-C0A1-10101AA80FB9}"/>
              </a:ext>
            </a:extLst>
          </p:cNvPr>
          <p:cNvSpPr txBox="1"/>
          <p:nvPr/>
        </p:nvSpPr>
        <p:spPr>
          <a:xfrm>
            <a:off x="1893245" y="4202508"/>
            <a:ext cx="4353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AAB2C8-D63A-C04B-49E3-C790EFF27193}"/>
              </a:ext>
            </a:extLst>
          </p:cNvPr>
          <p:cNvSpPr txBox="1"/>
          <p:nvPr/>
        </p:nvSpPr>
        <p:spPr>
          <a:xfrm>
            <a:off x="1893245" y="3263789"/>
            <a:ext cx="4353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endParaRPr lang="en-GB" altLang="zh-TW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6847B9-D78A-03A5-E1F4-85306D866413}"/>
              </a:ext>
            </a:extLst>
          </p:cNvPr>
          <p:cNvSpPr txBox="1"/>
          <p:nvPr/>
        </p:nvSpPr>
        <p:spPr>
          <a:xfrm>
            <a:off x="1893245" y="2330015"/>
            <a:ext cx="4353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r>
            <a:endParaRPr lang="en-GB" altLang="zh-TW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7FEE90-00FA-ED36-8BDF-F331FAABF3C4}"/>
              </a:ext>
            </a:extLst>
          </p:cNvPr>
          <p:cNvSpPr txBox="1"/>
          <p:nvPr/>
        </p:nvSpPr>
        <p:spPr>
          <a:xfrm>
            <a:off x="1893245" y="1471867"/>
            <a:ext cx="4353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endParaRPr lang="en-GB" altLang="zh-TW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4AEFB2-EC40-BD69-B9BD-AFACAC63BC3F}"/>
              </a:ext>
            </a:extLst>
          </p:cNvPr>
          <p:cNvSpPr txBox="1"/>
          <p:nvPr/>
        </p:nvSpPr>
        <p:spPr>
          <a:xfrm>
            <a:off x="1422669" y="3590143"/>
            <a:ext cx="4255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TW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endParaRPr lang="en-GB" altLang="zh-TW" dirty="0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8E9569-DDCF-F7C2-ECA0-7244727E4CD8}"/>
              </a:ext>
            </a:extLst>
          </p:cNvPr>
          <p:cNvSpPr txBox="1"/>
          <p:nvPr/>
        </p:nvSpPr>
        <p:spPr>
          <a:xfrm>
            <a:off x="1422669" y="4771895"/>
            <a:ext cx="4255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TW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endParaRPr lang="en-GB" altLang="zh-TW" dirty="0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9CEE53-62C6-7475-DEAD-5C473D6B2C81}"/>
              </a:ext>
            </a:extLst>
          </p:cNvPr>
          <p:cNvSpPr txBox="1"/>
          <p:nvPr/>
        </p:nvSpPr>
        <p:spPr>
          <a:xfrm>
            <a:off x="1422669" y="2920891"/>
            <a:ext cx="4255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TW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8</a:t>
            </a:r>
            <a:endParaRPr lang="en-GB" altLang="zh-TW" dirty="0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614139-2FB6-DC68-2052-EA7A516C25A9}"/>
              </a:ext>
            </a:extLst>
          </p:cNvPr>
          <p:cNvSpPr txBox="1"/>
          <p:nvPr/>
        </p:nvSpPr>
        <p:spPr>
          <a:xfrm>
            <a:off x="1322963" y="1755683"/>
            <a:ext cx="5252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TW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14</a:t>
            </a:r>
            <a:endParaRPr lang="en-GB" altLang="zh-TW" dirty="0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9D22A37-A131-911B-D726-4E7E212FE35E}"/>
              </a:ext>
            </a:extLst>
          </p:cNvPr>
          <p:cNvSpPr txBox="1"/>
          <p:nvPr/>
        </p:nvSpPr>
        <p:spPr>
          <a:xfrm>
            <a:off x="1322963" y="1191479"/>
            <a:ext cx="5252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TW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16</a:t>
            </a:r>
            <a:endParaRPr lang="en-GB" altLang="zh-TW" dirty="0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D78136-A3DB-A071-AB9F-F7292AB7D558}"/>
              </a:ext>
            </a:extLst>
          </p:cNvPr>
          <p:cNvSpPr txBox="1"/>
          <p:nvPr/>
        </p:nvSpPr>
        <p:spPr>
          <a:xfrm>
            <a:off x="2395678" y="4206158"/>
            <a:ext cx="5899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2.5</a:t>
            </a:r>
            <a:endParaRPr lang="en-GB" altLang="zh-TW" dirty="0">
              <a:solidFill>
                <a:srgbClr val="7030A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79764F5-CBE0-D849-700F-25DC7CE9983C}"/>
              </a:ext>
            </a:extLst>
          </p:cNvPr>
          <p:cNvCxnSpPr>
            <a:cxnSpLocks/>
          </p:cNvCxnSpPr>
          <p:nvPr/>
        </p:nvCxnSpPr>
        <p:spPr>
          <a:xfrm>
            <a:off x="2296092" y="4390824"/>
            <a:ext cx="146118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E4B2B39-9942-B1DC-17CA-8C8C06DD2594}"/>
              </a:ext>
            </a:extLst>
          </p:cNvPr>
          <p:cNvSpPr txBox="1"/>
          <p:nvPr/>
        </p:nvSpPr>
        <p:spPr>
          <a:xfrm>
            <a:off x="2395678" y="3263789"/>
            <a:ext cx="5899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6.5</a:t>
            </a:r>
            <a:endParaRPr lang="en-GB" altLang="zh-TW" dirty="0">
              <a:solidFill>
                <a:srgbClr val="7030A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0A331BE-464A-D6B2-682C-00D65E63F80C}"/>
              </a:ext>
            </a:extLst>
          </p:cNvPr>
          <p:cNvCxnSpPr>
            <a:cxnSpLocks/>
          </p:cNvCxnSpPr>
          <p:nvPr/>
        </p:nvCxnSpPr>
        <p:spPr>
          <a:xfrm>
            <a:off x="2296092" y="3448455"/>
            <a:ext cx="146118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19CE22E9-0A28-3F1E-869D-39950993B6E2}"/>
              </a:ext>
            </a:extLst>
          </p:cNvPr>
          <p:cNvSpPr txBox="1"/>
          <p:nvPr/>
        </p:nvSpPr>
        <p:spPr>
          <a:xfrm>
            <a:off x="2395678" y="2336018"/>
            <a:ext cx="5899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11</a:t>
            </a:r>
            <a:endParaRPr lang="en-GB" altLang="zh-TW" dirty="0">
              <a:solidFill>
                <a:srgbClr val="7030A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0F48490-7695-B221-0BA7-FA1F30B9B98C}"/>
              </a:ext>
            </a:extLst>
          </p:cNvPr>
          <p:cNvCxnSpPr>
            <a:cxnSpLocks/>
          </p:cNvCxnSpPr>
          <p:nvPr/>
        </p:nvCxnSpPr>
        <p:spPr>
          <a:xfrm>
            <a:off x="2296092" y="2520684"/>
            <a:ext cx="146118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38D8F55-4B54-3F21-F676-3D715FC9B30F}"/>
              </a:ext>
            </a:extLst>
          </p:cNvPr>
          <p:cNvSpPr txBox="1"/>
          <p:nvPr/>
        </p:nvSpPr>
        <p:spPr>
          <a:xfrm>
            <a:off x="2395678" y="1487882"/>
            <a:ext cx="5899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15</a:t>
            </a:r>
            <a:endParaRPr lang="en-GB" altLang="zh-TW" dirty="0">
              <a:solidFill>
                <a:srgbClr val="7030A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82479CE-9B48-5454-D473-97D942B71773}"/>
              </a:ext>
            </a:extLst>
          </p:cNvPr>
          <p:cNvCxnSpPr>
            <a:cxnSpLocks/>
          </p:cNvCxnSpPr>
          <p:nvPr/>
        </p:nvCxnSpPr>
        <p:spPr>
          <a:xfrm>
            <a:off x="2296092" y="1672548"/>
            <a:ext cx="146118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70159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97487CFA-02E6-4FEB-4819-ED3427748503}"/>
              </a:ext>
            </a:extLst>
          </p:cNvPr>
          <p:cNvSpPr/>
          <p:nvPr/>
        </p:nvSpPr>
        <p:spPr>
          <a:xfrm>
            <a:off x="2179320" y="1874520"/>
            <a:ext cx="6248400" cy="25679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D5D18D-E467-8861-17B0-8525AB793EFB}"/>
              </a:ext>
            </a:extLst>
          </p:cNvPr>
          <p:cNvSpPr/>
          <p:nvPr/>
        </p:nvSpPr>
        <p:spPr>
          <a:xfrm>
            <a:off x="4202349" y="2577830"/>
            <a:ext cx="1893651" cy="778213"/>
          </a:xfrm>
          <a:prstGeom prst="rect">
            <a:avLst/>
          </a:pr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6E81677-A1FD-86B3-E084-22268466EE52}"/>
              </a:ext>
            </a:extLst>
          </p:cNvPr>
          <p:cNvCxnSpPr>
            <a:cxnSpLocks/>
          </p:cNvCxnSpPr>
          <p:nvPr/>
        </p:nvCxnSpPr>
        <p:spPr>
          <a:xfrm>
            <a:off x="4972175" y="2577830"/>
            <a:ext cx="0" cy="778213"/>
          </a:xfrm>
          <a:prstGeom prst="line">
            <a:avLst/>
          </a:pr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01AE504-A31D-4FCF-03DD-AD13AD69EB70}"/>
              </a:ext>
            </a:extLst>
          </p:cNvPr>
          <p:cNvCxnSpPr>
            <a:cxnSpLocks/>
          </p:cNvCxnSpPr>
          <p:nvPr/>
        </p:nvCxnSpPr>
        <p:spPr>
          <a:xfrm flipH="1">
            <a:off x="3394952" y="2947481"/>
            <a:ext cx="807397" cy="0"/>
          </a:xfrm>
          <a:prstGeom prst="line">
            <a:avLst/>
          </a:pr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C465287-EDCC-086D-9587-7E74A1F9C450}"/>
              </a:ext>
            </a:extLst>
          </p:cNvPr>
          <p:cNvCxnSpPr>
            <a:cxnSpLocks/>
          </p:cNvCxnSpPr>
          <p:nvPr/>
        </p:nvCxnSpPr>
        <p:spPr>
          <a:xfrm flipH="1">
            <a:off x="6096000" y="2947481"/>
            <a:ext cx="1199745" cy="0"/>
          </a:xfrm>
          <a:prstGeom prst="line">
            <a:avLst/>
          </a:pr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5" name="Multiplication Sign 34">
            <a:extLst>
              <a:ext uri="{FF2B5EF4-FFF2-40B4-BE49-F238E27FC236}">
                <a16:creationId xmlns:a16="http://schemas.microsoft.com/office/drawing/2014/main" id="{F4A9C4CA-A105-198A-4B6C-BF5025A785A8}"/>
              </a:ext>
            </a:extLst>
          </p:cNvPr>
          <p:cNvSpPr/>
          <p:nvPr/>
        </p:nvSpPr>
        <p:spPr>
          <a:xfrm>
            <a:off x="2931269" y="2849988"/>
            <a:ext cx="194986" cy="194986"/>
          </a:xfrm>
          <a:prstGeom prst="mathMultiply">
            <a:avLst>
              <a:gd name="adj1" fmla="val 9256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Multiplication Sign 35">
            <a:extLst>
              <a:ext uri="{FF2B5EF4-FFF2-40B4-BE49-F238E27FC236}">
                <a16:creationId xmlns:a16="http://schemas.microsoft.com/office/drawing/2014/main" id="{3718CCB7-2850-7A9B-A334-807CD31BE7F4}"/>
              </a:ext>
            </a:extLst>
          </p:cNvPr>
          <p:cNvSpPr/>
          <p:nvPr/>
        </p:nvSpPr>
        <p:spPr>
          <a:xfrm>
            <a:off x="2332585" y="2849988"/>
            <a:ext cx="194986" cy="194986"/>
          </a:xfrm>
          <a:prstGeom prst="mathMultiply">
            <a:avLst>
              <a:gd name="adj1" fmla="val 9256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Multiplication Sign 36">
            <a:extLst>
              <a:ext uri="{FF2B5EF4-FFF2-40B4-BE49-F238E27FC236}">
                <a16:creationId xmlns:a16="http://schemas.microsoft.com/office/drawing/2014/main" id="{9B9FDF64-534B-3A7E-BAAA-E67F05B3E57E}"/>
              </a:ext>
            </a:extLst>
          </p:cNvPr>
          <p:cNvSpPr/>
          <p:nvPr/>
        </p:nvSpPr>
        <p:spPr>
          <a:xfrm>
            <a:off x="7435931" y="2849988"/>
            <a:ext cx="194986" cy="194986"/>
          </a:xfrm>
          <a:prstGeom prst="mathMultiply">
            <a:avLst>
              <a:gd name="adj1" fmla="val 9256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Multiplication Sign 37">
            <a:extLst>
              <a:ext uri="{FF2B5EF4-FFF2-40B4-BE49-F238E27FC236}">
                <a16:creationId xmlns:a16="http://schemas.microsoft.com/office/drawing/2014/main" id="{078F4D90-F270-BFB5-5A0A-A4911DE0C221}"/>
              </a:ext>
            </a:extLst>
          </p:cNvPr>
          <p:cNvSpPr/>
          <p:nvPr/>
        </p:nvSpPr>
        <p:spPr>
          <a:xfrm>
            <a:off x="7584981" y="2849988"/>
            <a:ext cx="194986" cy="194986"/>
          </a:xfrm>
          <a:prstGeom prst="mathMultiply">
            <a:avLst>
              <a:gd name="adj1" fmla="val 9256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Multiplication Sign 38">
            <a:extLst>
              <a:ext uri="{FF2B5EF4-FFF2-40B4-BE49-F238E27FC236}">
                <a16:creationId xmlns:a16="http://schemas.microsoft.com/office/drawing/2014/main" id="{98F2A29E-A899-E1A6-8F71-A763A37ABB37}"/>
              </a:ext>
            </a:extLst>
          </p:cNvPr>
          <p:cNvSpPr/>
          <p:nvPr/>
        </p:nvSpPr>
        <p:spPr>
          <a:xfrm>
            <a:off x="8103141" y="2849988"/>
            <a:ext cx="194986" cy="194986"/>
          </a:xfrm>
          <a:prstGeom prst="mathMultiply">
            <a:avLst>
              <a:gd name="adj1" fmla="val 9256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60C06E5-284D-9CD5-58C0-BBF7316ABF3E}"/>
              </a:ext>
            </a:extLst>
          </p:cNvPr>
          <p:cNvCxnSpPr>
            <a:cxnSpLocks/>
          </p:cNvCxnSpPr>
          <p:nvPr/>
        </p:nvCxnSpPr>
        <p:spPr>
          <a:xfrm>
            <a:off x="4202349" y="2577830"/>
            <a:ext cx="0" cy="778213"/>
          </a:xfrm>
          <a:prstGeom prst="line">
            <a:avLst/>
          </a:prstGeom>
          <a:noFill/>
          <a:ln w="571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C0336BD-D860-CED2-2449-C45ACFBF75E4}"/>
              </a:ext>
            </a:extLst>
          </p:cNvPr>
          <p:cNvCxnSpPr>
            <a:cxnSpLocks/>
          </p:cNvCxnSpPr>
          <p:nvPr/>
        </p:nvCxnSpPr>
        <p:spPr>
          <a:xfrm>
            <a:off x="4962188" y="2577830"/>
            <a:ext cx="0" cy="778213"/>
          </a:xfrm>
          <a:prstGeom prst="line">
            <a:avLst/>
          </a:prstGeom>
          <a:noFill/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9923037-CE89-A5DF-F6DB-3D4ABE380547}"/>
              </a:ext>
            </a:extLst>
          </p:cNvPr>
          <p:cNvCxnSpPr>
            <a:cxnSpLocks/>
          </p:cNvCxnSpPr>
          <p:nvPr/>
        </p:nvCxnSpPr>
        <p:spPr>
          <a:xfrm>
            <a:off x="6096000" y="2577830"/>
            <a:ext cx="0" cy="778213"/>
          </a:xfrm>
          <a:prstGeom prst="line">
            <a:avLst/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22AABB79-1CC3-A990-188D-F355E9C7BA52}"/>
              </a:ext>
            </a:extLst>
          </p:cNvPr>
          <p:cNvSpPr txBox="1"/>
          <p:nvPr/>
        </p:nvSpPr>
        <p:spPr>
          <a:xfrm>
            <a:off x="4608565" y="3429000"/>
            <a:ext cx="7072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1200" b="1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中位數</a:t>
            </a:r>
            <a:endParaRPr lang="en-US" altLang="zh-TW" sz="1200" b="1" dirty="0">
              <a:solidFill>
                <a:schemeClr val="accent5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200" b="1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en-US" altLang="zh-TW" sz="1200" b="1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Q2</a:t>
            </a:r>
            <a:r>
              <a:rPr lang="zh-TW" altLang="en-US" sz="1200" b="1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lang="en-GB" sz="1200" b="1" dirty="0">
              <a:solidFill>
                <a:schemeClr val="accent5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B9907D8-5A11-91B3-D2A5-31D6C67F2AFC}"/>
              </a:ext>
            </a:extLst>
          </p:cNvPr>
          <p:cNvSpPr txBox="1"/>
          <p:nvPr/>
        </p:nvSpPr>
        <p:spPr>
          <a:xfrm>
            <a:off x="5542002" y="3429000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1200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第三四分位數</a:t>
            </a:r>
            <a:endParaRPr lang="en-US" altLang="zh-TW" sz="1200" b="1" dirty="0">
              <a:solidFill>
                <a:schemeClr val="accent6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200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en-US" altLang="zh-TW" sz="1200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Q3</a:t>
            </a:r>
            <a:r>
              <a:rPr lang="zh-TW" altLang="en-US" sz="1200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lang="en-GB" sz="1200" b="1" dirty="0">
              <a:solidFill>
                <a:schemeClr val="accent6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8FBAEA3-9AE7-23CE-ABFD-EB5F015FBFC0}"/>
              </a:ext>
            </a:extLst>
          </p:cNvPr>
          <p:cNvSpPr txBox="1"/>
          <p:nvPr/>
        </p:nvSpPr>
        <p:spPr>
          <a:xfrm>
            <a:off x="3648350" y="3429000"/>
            <a:ext cx="11079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1200" b="1" dirty="0">
                <a:solidFill>
                  <a:schemeClr val="accent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第一四分位數</a:t>
            </a:r>
            <a:endParaRPr lang="en-US" altLang="zh-TW" sz="1200" b="1" dirty="0">
              <a:solidFill>
                <a:schemeClr val="accent2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200" b="1" dirty="0">
                <a:solidFill>
                  <a:schemeClr val="accent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en-US" altLang="zh-TW" sz="1200" b="1" dirty="0">
                <a:solidFill>
                  <a:schemeClr val="accent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Q1</a:t>
            </a:r>
            <a:r>
              <a:rPr lang="zh-TW" altLang="en-US" sz="1200" b="1" dirty="0">
                <a:solidFill>
                  <a:schemeClr val="accent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lang="en-GB" sz="1200" b="1" dirty="0">
              <a:solidFill>
                <a:schemeClr val="accent2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6" name="Left Brace 45">
            <a:extLst>
              <a:ext uri="{FF2B5EF4-FFF2-40B4-BE49-F238E27FC236}">
                <a16:creationId xmlns:a16="http://schemas.microsoft.com/office/drawing/2014/main" id="{38FCCFCB-3C66-16BE-03C6-BEA5F852FF67}"/>
              </a:ext>
            </a:extLst>
          </p:cNvPr>
          <p:cNvSpPr/>
          <p:nvPr/>
        </p:nvSpPr>
        <p:spPr>
          <a:xfrm rot="5400000">
            <a:off x="5036420" y="1479340"/>
            <a:ext cx="231648" cy="1887512"/>
          </a:xfrm>
          <a:prstGeom prst="leftBrace">
            <a:avLst>
              <a:gd name="adj1" fmla="val 55208"/>
              <a:gd name="adj2" fmla="val 50000"/>
            </a:avLst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CB9FF78-8C73-C166-9752-D786D492C5A5}"/>
              </a:ext>
            </a:extLst>
          </p:cNvPr>
          <p:cNvSpPr txBox="1"/>
          <p:nvPr/>
        </p:nvSpPr>
        <p:spPr>
          <a:xfrm>
            <a:off x="4419647" y="1993794"/>
            <a:ext cx="14590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四分位距（</a:t>
            </a:r>
            <a:r>
              <a:rPr lang="en-US" altLang="zh-TW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IQR </a:t>
            </a:r>
            <a:r>
              <a:rPr lang="zh-TW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lang="en-GB" sz="12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A911D9F-569E-22F8-2967-2FBFE45D6C71}"/>
              </a:ext>
            </a:extLst>
          </p:cNvPr>
          <p:cNvSpPr txBox="1"/>
          <p:nvPr/>
        </p:nvSpPr>
        <p:spPr>
          <a:xfrm>
            <a:off x="7373963" y="2146226"/>
            <a:ext cx="9797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1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離群值</a:t>
            </a:r>
            <a:endParaRPr lang="en-US" altLang="zh-TW" sz="12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en-US" altLang="zh-TW" sz="1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outlier</a:t>
            </a:r>
            <a:r>
              <a:rPr lang="zh-TW" altLang="en-US" sz="1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lang="en-GB" sz="12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9" name="Left Brace 48">
            <a:extLst>
              <a:ext uri="{FF2B5EF4-FFF2-40B4-BE49-F238E27FC236}">
                <a16:creationId xmlns:a16="http://schemas.microsoft.com/office/drawing/2014/main" id="{CC841334-E2D3-5B07-BD1F-12D7A1D8F686}"/>
              </a:ext>
            </a:extLst>
          </p:cNvPr>
          <p:cNvSpPr/>
          <p:nvPr/>
        </p:nvSpPr>
        <p:spPr>
          <a:xfrm rot="5400000">
            <a:off x="7748017" y="2350116"/>
            <a:ext cx="231648" cy="768095"/>
          </a:xfrm>
          <a:prstGeom prst="leftBrace">
            <a:avLst>
              <a:gd name="adj1" fmla="val 36567"/>
              <a:gd name="adj2" fmla="val 50000"/>
            </a:avLst>
          </a:prstGeom>
          <a:ln w="127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Left Brace 49">
            <a:extLst>
              <a:ext uri="{FF2B5EF4-FFF2-40B4-BE49-F238E27FC236}">
                <a16:creationId xmlns:a16="http://schemas.microsoft.com/office/drawing/2014/main" id="{7F09B86A-CC30-718F-E90E-2EEC32D736D0}"/>
              </a:ext>
            </a:extLst>
          </p:cNvPr>
          <p:cNvSpPr/>
          <p:nvPr/>
        </p:nvSpPr>
        <p:spPr>
          <a:xfrm rot="5400000">
            <a:off x="2627570" y="2350117"/>
            <a:ext cx="231648" cy="768095"/>
          </a:xfrm>
          <a:prstGeom prst="leftBrace">
            <a:avLst>
              <a:gd name="adj1" fmla="val 36567"/>
              <a:gd name="adj2" fmla="val 50000"/>
            </a:avLst>
          </a:prstGeom>
          <a:ln w="127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CDC68A8-1E3D-2E77-D2A7-838ED2FCE772}"/>
              </a:ext>
            </a:extLst>
          </p:cNvPr>
          <p:cNvSpPr txBox="1"/>
          <p:nvPr/>
        </p:nvSpPr>
        <p:spPr>
          <a:xfrm>
            <a:off x="2240148" y="2146226"/>
            <a:ext cx="9797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1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離群值</a:t>
            </a:r>
            <a:endParaRPr lang="en-US" altLang="zh-TW" sz="12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en-US" altLang="zh-TW" sz="1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outlier</a:t>
            </a:r>
            <a:r>
              <a:rPr lang="zh-TW" altLang="en-US" sz="1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lang="en-GB" sz="12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492F89E-4270-DA32-4DA7-63C569D7F5DB}"/>
              </a:ext>
            </a:extLst>
          </p:cNvPr>
          <p:cNvCxnSpPr>
            <a:cxnSpLocks/>
          </p:cNvCxnSpPr>
          <p:nvPr/>
        </p:nvCxnSpPr>
        <p:spPr>
          <a:xfrm flipV="1">
            <a:off x="7281370" y="3007792"/>
            <a:ext cx="0" cy="985088"/>
          </a:xfrm>
          <a:prstGeom prst="straightConnector1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41B83F1D-4F38-C3CF-B408-6416CDC85B53}"/>
              </a:ext>
            </a:extLst>
          </p:cNvPr>
          <p:cNvCxnSpPr>
            <a:cxnSpLocks/>
          </p:cNvCxnSpPr>
          <p:nvPr/>
        </p:nvCxnSpPr>
        <p:spPr>
          <a:xfrm flipV="1">
            <a:off x="3394952" y="3007792"/>
            <a:ext cx="0" cy="985088"/>
          </a:xfrm>
          <a:prstGeom prst="straightConnector1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07EB4B84-E1CF-6D1A-59FB-4C81C53EA72E}"/>
              </a:ext>
            </a:extLst>
          </p:cNvPr>
          <p:cNvSpPr txBox="1"/>
          <p:nvPr/>
        </p:nvSpPr>
        <p:spPr>
          <a:xfrm>
            <a:off x="6715297" y="4015632"/>
            <a:ext cx="11608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Q3 + 1.5*IQR</a:t>
            </a:r>
            <a:endParaRPr lang="en-GB" sz="1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9543A7C-B159-4E42-E39F-A6327687CF7F}"/>
              </a:ext>
            </a:extLst>
          </p:cNvPr>
          <p:cNvSpPr txBox="1"/>
          <p:nvPr/>
        </p:nvSpPr>
        <p:spPr>
          <a:xfrm>
            <a:off x="2838550" y="4015632"/>
            <a:ext cx="11128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Q1 - 1.5*IQR</a:t>
            </a:r>
            <a:endParaRPr lang="en-GB" sz="1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498019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97480429-B897-9929-AF98-E66EB48A1ACE}"/>
              </a:ext>
            </a:extLst>
          </p:cNvPr>
          <p:cNvSpPr/>
          <p:nvPr/>
        </p:nvSpPr>
        <p:spPr>
          <a:xfrm>
            <a:off x="363471" y="147481"/>
            <a:ext cx="7646166" cy="49677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25EDBB-F971-61BD-2BE0-2DF3F1FC0A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471" y="316758"/>
            <a:ext cx="7496175" cy="46291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2467A8C-DEF3-8164-D84E-94C103DBAAF2}"/>
              </a:ext>
            </a:extLst>
          </p:cNvPr>
          <p:cNvSpPr txBox="1"/>
          <p:nvPr/>
        </p:nvSpPr>
        <p:spPr>
          <a:xfrm>
            <a:off x="624914" y="4776631"/>
            <a:ext cx="7681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階層 </a:t>
            </a:r>
            <a:r>
              <a:rPr lang="en-US" altLang="zh-TW" sz="1600" b="1" dirty="0">
                <a:solidFill>
                  <a:schemeClr val="bg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endParaRPr lang="en-GB" sz="1600" b="1" dirty="0">
              <a:solidFill>
                <a:schemeClr val="bg2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7760AA-6559-3027-CE03-43B8887EF754}"/>
              </a:ext>
            </a:extLst>
          </p:cNvPr>
          <p:cNvSpPr txBox="1"/>
          <p:nvPr/>
        </p:nvSpPr>
        <p:spPr>
          <a:xfrm>
            <a:off x="3727478" y="4776631"/>
            <a:ext cx="7681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階層 </a:t>
            </a:r>
            <a:r>
              <a:rPr lang="en-US" altLang="zh-TW" sz="1600" b="1" dirty="0">
                <a:solidFill>
                  <a:schemeClr val="bg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endParaRPr lang="en-GB" sz="1600" b="1" dirty="0">
              <a:solidFill>
                <a:schemeClr val="bg2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FDAF88-D3B6-159D-4E3B-407E64797701}"/>
              </a:ext>
            </a:extLst>
          </p:cNvPr>
          <p:cNvSpPr txBox="1"/>
          <p:nvPr/>
        </p:nvSpPr>
        <p:spPr>
          <a:xfrm>
            <a:off x="6830042" y="4776631"/>
            <a:ext cx="7681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階層 </a:t>
            </a:r>
            <a:r>
              <a:rPr lang="en-US" altLang="zh-TW" sz="1600" b="1" dirty="0">
                <a:solidFill>
                  <a:schemeClr val="bg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endParaRPr lang="en-GB" sz="1600" b="1" dirty="0">
              <a:solidFill>
                <a:schemeClr val="bg2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A89333-5036-464C-87F0-4A4DC2B3DBBE}"/>
              </a:ext>
            </a:extLst>
          </p:cNvPr>
          <p:cNvSpPr txBox="1"/>
          <p:nvPr/>
        </p:nvSpPr>
        <p:spPr>
          <a:xfrm>
            <a:off x="660982" y="661831"/>
            <a:ext cx="6960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b="1" dirty="0">
                <a:solidFill>
                  <a:schemeClr val="accent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節點 </a:t>
            </a:r>
            <a:r>
              <a:rPr lang="en-US" altLang="zh-TW" sz="1400" b="1" dirty="0">
                <a:solidFill>
                  <a:schemeClr val="accent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endParaRPr lang="en-GB" sz="1400" b="1" dirty="0">
              <a:solidFill>
                <a:schemeClr val="accent2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266153-8BEC-5472-0674-76D3EB1F8A55}"/>
              </a:ext>
            </a:extLst>
          </p:cNvPr>
          <p:cNvSpPr txBox="1"/>
          <p:nvPr/>
        </p:nvSpPr>
        <p:spPr>
          <a:xfrm>
            <a:off x="660982" y="1235763"/>
            <a:ext cx="6960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b="1" dirty="0">
                <a:solidFill>
                  <a:schemeClr val="accent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節點 </a:t>
            </a:r>
            <a:r>
              <a:rPr lang="en-US" altLang="zh-TW" sz="1400" b="1" dirty="0">
                <a:solidFill>
                  <a:schemeClr val="accent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endParaRPr lang="en-GB" sz="1400" b="1" dirty="0">
              <a:solidFill>
                <a:schemeClr val="accent2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2077A6-03FA-7E87-0348-769CC5667DFD}"/>
              </a:ext>
            </a:extLst>
          </p:cNvPr>
          <p:cNvSpPr txBox="1"/>
          <p:nvPr/>
        </p:nvSpPr>
        <p:spPr>
          <a:xfrm>
            <a:off x="660982" y="2154768"/>
            <a:ext cx="6960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b="1" dirty="0">
                <a:solidFill>
                  <a:schemeClr val="accent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節點 </a:t>
            </a:r>
            <a:r>
              <a:rPr lang="en-US" altLang="zh-TW" sz="1400" b="1" dirty="0">
                <a:solidFill>
                  <a:schemeClr val="accent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endParaRPr lang="en-GB" sz="1400" b="1" dirty="0">
              <a:solidFill>
                <a:schemeClr val="accent2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1DF1B3-EA79-5F58-5797-4A9FFEA31DF2}"/>
              </a:ext>
            </a:extLst>
          </p:cNvPr>
          <p:cNvSpPr txBox="1"/>
          <p:nvPr/>
        </p:nvSpPr>
        <p:spPr>
          <a:xfrm>
            <a:off x="660982" y="3703737"/>
            <a:ext cx="6960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b="1" dirty="0">
                <a:solidFill>
                  <a:schemeClr val="accent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節點 </a:t>
            </a:r>
            <a:r>
              <a:rPr lang="en-US" altLang="zh-TW" sz="1400" b="1" dirty="0">
                <a:solidFill>
                  <a:schemeClr val="accent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endParaRPr lang="en-GB" sz="1400" b="1" dirty="0">
              <a:solidFill>
                <a:schemeClr val="accent2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340FB0-955D-6433-3E52-6B5428381AC5}"/>
              </a:ext>
            </a:extLst>
          </p:cNvPr>
          <p:cNvSpPr txBox="1"/>
          <p:nvPr/>
        </p:nvSpPr>
        <p:spPr>
          <a:xfrm>
            <a:off x="3763545" y="2065224"/>
            <a:ext cx="6960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b="1" dirty="0">
                <a:solidFill>
                  <a:schemeClr val="accent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節點 </a:t>
            </a:r>
            <a:r>
              <a:rPr lang="en-US" altLang="zh-TW" sz="1400" b="1" dirty="0">
                <a:solidFill>
                  <a:schemeClr val="accent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endParaRPr lang="en-GB" sz="1400" b="1" dirty="0">
              <a:solidFill>
                <a:schemeClr val="accent2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FA8FC2-551F-85F0-BD7C-12DB38EBA898}"/>
              </a:ext>
            </a:extLst>
          </p:cNvPr>
          <p:cNvSpPr txBox="1"/>
          <p:nvPr/>
        </p:nvSpPr>
        <p:spPr>
          <a:xfrm>
            <a:off x="3763545" y="4124875"/>
            <a:ext cx="6960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b="1" dirty="0">
                <a:solidFill>
                  <a:schemeClr val="accent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節點 </a:t>
            </a:r>
            <a:r>
              <a:rPr lang="en-US" altLang="zh-TW" sz="1400" b="1" dirty="0">
                <a:solidFill>
                  <a:schemeClr val="accent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endParaRPr lang="en-GB" sz="1400" b="1" dirty="0">
              <a:solidFill>
                <a:schemeClr val="accent2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54D491-DA1D-F9A4-9A83-F9F914BB555D}"/>
              </a:ext>
            </a:extLst>
          </p:cNvPr>
          <p:cNvSpPr txBox="1"/>
          <p:nvPr/>
        </p:nvSpPr>
        <p:spPr>
          <a:xfrm>
            <a:off x="6872994" y="481719"/>
            <a:ext cx="6960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b="1" dirty="0">
                <a:solidFill>
                  <a:schemeClr val="accent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節點 </a:t>
            </a:r>
            <a:r>
              <a:rPr lang="en-US" altLang="zh-TW" sz="1400" b="1" dirty="0">
                <a:solidFill>
                  <a:schemeClr val="accent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endParaRPr lang="en-GB" sz="1400" b="1" dirty="0">
              <a:solidFill>
                <a:schemeClr val="accent2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230F2E4-A332-3E4A-FD4B-87E3B716252A}"/>
              </a:ext>
            </a:extLst>
          </p:cNvPr>
          <p:cNvSpPr txBox="1"/>
          <p:nvPr/>
        </p:nvSpPr>
        <p:spPr>
          <a:xfrm>
            <a:off x="6872994" y="2462545"/>
            <a:ext cx="6960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b="1" dirty="0">
                <a:solidFill>
                  <a:schemeClr val="accent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節點 </a:t>
            </a:r>
            <a:r>
              <a:rPr lang="en-US" altLang="zh-TW" sz="1400" b="1" dirty="0">
                <a:solidFill>
                  <a:schemeClr val="accent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endParaRPr lang="en-GB" sz="1400" b="1" dirty="0">
              <a:solidFill>
                <a:schemeClr val="accent2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AA7CD32-9D2C-334C-2AB6-F738E6098FA1}"/>
              </a:ext>
            </a:extLst>
          </p:cNvPr>
          <p:cNvSpPr txBox="1"/>
          <p:nvPr/>
        </p:nvSpPr>
        <p:spPr>
          <a:xfrm>
            <a:off x="2115796" y="14748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節線</a:t>
            </a:r>
            <a:endParaRPr lang="en-GB" b="1" dirty="0">
              <a:solidFill>
                <a:srgbClr val="7030A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98318F-2A15-5DAD-F375-7EE8E0E9FADC}"/>
              </a:ext>
            </a:extLst>
          </p:cNvPr>
          <p:cNvSpPr txBox="1"/>
          <p:nvPr/>
        </p:nvSpPr>
        <p:spPr>
          <a:xfrm>
            <a:off x="5520476" y="14748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節線</a:t>
            </a:r>
            <a:endParaRPr lang="en-GB" b="1" dirty="0">
              <a:solidFill>
                <a:srgbClr val="7030A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066476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F87FF75-992D-AF60-1651-F1F50B10BDFB}"/>
              </a:ext>
            </a:extLst>
          </p:cNvPr>
          <p:cNvSpPr/>
          <p:nvPr/>
        </p:nvSpPr>
        <p:spPr>
          <a:xfrm>
            <a:off x="-134240" y="841962"/>
            <a:ext cx="12326240" cy="58636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793A08-4872-9DD6-7D28-155AEE515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240" y="1011239"/>
            <a:ext cx="7496175" cy="46291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CAEA938-7B71-B01A-0A8A-4EFAF50693AD}"/>
              </a:ext>
            </a:extLst>
          </p:cNvPr>
          <p:cNvSpPr txBox="1"/>
          <p:nvPr/>
        </p:nvSpPr>
        <p:spPr>
          <a:xfrm>
            <a:off x="316357" y="5471112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</a:t>
            </a:r>
            <a:endParaRPr lang="en-GB" sz="1600" b="1" dirty="0">
              <a:solidFill>
                <a:schemeClr val="bg2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9BBE71-3A26-BA8F-40BA-287AAFD38133}"/>
              </a:ext>
            </a:extLst>
          </p:cNvPr>
          <p:cNvSpPr txBox="1"/>
          <p:nvPr/>
        </p:nvSpPr>
        <p:spPr>
          <a:xfrm>
            <a:off x="3316329" y="5471112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運具</a:t>
            </a:r>
            <a:endParaRPr lang="en-GB" sz="1600" b="1" dirty="0">
              <a:solidFill>
                <a:schemeClr val="bg2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4A238A-7593-6A79-6502-3F999258D72C}"/>
              </a:ext>
            </a:extLst>
          </p:cNvPr>
          <p:cNvSpPr txBox="1"/>
          <p:nvPr/>
        </p:nvSpPr>
        <p:spPr>
          <a:xfrm>
            <a:off x="6418892" y="5471112"/>
            <a:ext cx="5950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bg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公司</a:t>
            </a:r>
            <a:endParaRPr lang="en-GB" sz="1600" b="1" dirty="0">
              <a:solidFill>
                <a:schemeClr val="bg2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EC2DBB-B6E2-E274-C3A0-69F449308B55}"/>
              </a:ext>
            </a:extLst>
          </p:cNvPr>
          <p:cNvSpPr txBox="1"/>
          <p:nvPr/>
        </p:nvSpPr>
        <p:spPr>
          <a:xfrm>
            <a:off x="149649" y="1356312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b="1" dirty="0">
                <a:solidFill>
                  <a:schemeClr val="accent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新北市</a:t>
            </a:r>
            <a:endParaRPr lang="en-GB" sz="1400" b="1" dirty="0">
              <a:solidFill>
                <a:schemeClr val="accent2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FC77F8-3BE2-7BAA-D1B0-0E241DF22009}"/>
              </a:ext>
            </a:extLst>
          </p:cNvPr>
          <p:cNvSpPr txBox="1"/>
          <p:nvPr/>
        </p:nvSpPr>
        <p:spPr>
          <a:xfrm>
            <a:off x="149645" y="1930244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b="1" dirty="0">
                <a:solidFill>
                  <a:schemeClr val="accent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臺北市</a:t>
            </a:r>
            <a:endParaRPr lang="en-GB" altLang="zh-TW" sz="1400" b="1" dirty="0">
              <a:solidFill>
                <a:schemeClr val="accent2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F32FFC-54A6-3C66-B05E-2498B3637C28}"/>
              </a:ext>
            </a:extLst>
          </p:cNvPr>
          <p:cNvSpPr txBox="1"/>
          <p:nvPr/>
        </p:nvSpPr>
        <p:spPr>
          <a:xfrm>
            <a:off x="149649" y="2849249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b="1" dirty="0">
                <a:solidFill>
                  <a:schemeClr val="accent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新竹市</a:t>
            </a:r>
            <a:endParaRPr lang="en-GB" sz="1400" b="1" dirty="0">
              <a:solidFill>
                <a:schemeClr val="accent2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D0A661-B021-4773-FE3B-52D5C7DF2AA8}"/>
              </a:ext>
            </a:extLst>
          </p:cNvPr>
          <p:cNvSpPr txBox="1"/>
          <p:nvPr/>
        </p:nvSpPr>
        <p:spPr>
          <a:xfrm>
            <a:off x="149647" y="4398218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b="1" dirty="0">
                <a:solidFill>
                  <a:schemeClr val="accent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新竹縣</a:t>
            </a:r>
            <a:endParaRPr lang="en-GB" sz="1400" b="1" dirty="0">
              <a:solidFill>
                <a:schemeClr val="accent2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D9D479-7892-2185-D39E-A238C759DDC2}"/>
              </a:ext>
            </a:extLst>
          </p:cNvPr>
          <p:cNvSpPr txBox="1"/>
          <p:nvPr/>
        </p:nvSpPr>
        <p:spPr>
          <a:xfrm>
            <a:off x="3341976" y="2587639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b="1" dirty="0">
                <a:solidFill>
                  <a:schemeClr val="accent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私有</a:t>
            </a:r>
            <a:endParaRPr lang="en-US" altLang="zh-TW" sz="1400" b="1" dirty="0">
              <a:solidFill>
                <a:schemeClr val="accent2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400" b="1" dirty="0">
                <a:solidFill>
                  <a:schemeClr val="accent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運具</a:t>
            </a:r>
            <a:endParaRPr lang="en-GB" altLang="zh-TW" sz="1400" b="1" dirty="0">
              <a:solidFill>
                <a:schemeClr val="accent2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6BD2B1-8F8F-E34A-AD74-DF10393A30A1}"/>
              </a:ext>
            </a:extLst>
          </p:cNvPr>
          <p:cNvSpPr txBox="1"/>
          <p:nvPr/>
        </p:nvSpPr>
        <p:spPr>
          <a:xfrm>
            <a:off x="3341976" y="4735179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b="1" dirty="0">
                <a:solidFill>
                  <a:schemeClr val="accent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公共</a:t>
            </a:r>
            <a:endParaRPr lang="en-US" altLang="zh-TW" sz="1400" b="1" dirty="0">
              <a:solidFill>
                <a:schemeClr val="accent2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400" b="1" dirty="0">
                <a:solidFill>
                  <a:schemeClr val="accent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運輸</a:t>
            </a:r>
            <a:endParaRPr lang="en-GB" sz="1400" b="1" dirty="0">
              <a:solidFill>
                <a:schemeClr val="accent2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478F95-EF94-6634-9CB6-48ABE4EE6ED8}"/>
              </a:ext>
            </a:extLst>
          </p:cNvPr>
          <p:cNvSpPr txBox="1"/>
          <p:nvPr/>
        </p:nvSpPr>
        <p:spPr>
          <a:xfrm>
            <a:off x="6361659" y="1176200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b="1" dirty="0">
                <a:solidFill>
                  <a:schemeClr val="accent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工業區</a:t>
            </a:r>
            <a:endParaRPr lang="en-GB" sz="1400" b="1" dirty="0">
              <a:solidFill>
                <a:schemeClr val="accent2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F3BEF7-BB4E-EB21-5C45-F0F6C7431E59}"/>
              </a:ext>
            </a:extLst>
          </p:cNvPr>
          <p:cNvSpPr txBox="1"/>
          <p:nvPr/>
        </p:nvSpPr>
        <p:spPr>
          <a:xfrm>
            <a:off x="6451426" y="3064203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b="1" dirty="0">
                <a:solidFill>
                  <a:schemeClr val="accent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科學</a:t>
            </a:r>
            <a:endParaRPr lang="en-US" altLang="zh-TW" sz="1400" b="1" dirty="0">
              <a:solidFill>
                <a:schemeClr val="accent2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400" b="1" dirty="0">
                <a:solidFill>
                  <a:schemeClr val="accent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園區</a:t>
            </a:r>
            <a:endParaRPr lang="en-GB" sz="1400" b="1" dirty="0">
              <a:solidFill>
                <a:schemeClr val="accent2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9E4543-6DCE-7B34-3F18-154308475D65}"/>
              </a:ext>
            </a:extLst>
          </p:cNvPr>
          <p:cNvSpPr txBox="1"/>
          <p:nvPr/>
        </p:nvSpPr>
        <p:spPr>
          <a:xfrm>
            <a:off x="1618085" y="84196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節線</a:t>
            </a:r>
            <a:endParaRPr lang="en-GB" b="1" dirty="0">
              <a:solidFill>
                <a:srgbClr val="7030A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5EC5CD-21CD-F890-A7E9-A62D9EC13757}"/>
              </a:ext>
            </a:extLst>
          </p:cNvPr>
          <p:cNvSpPr txBox="1"/>
          <p:nvPr/>
        </p:nvSpPr>
        <p:spPr>
          <a:xfrm>
            <a:off x="5022765" y="84196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節線</a:t>
            </a:r>
            <a:endParaRPr lang="en-GB" b="1" dirty="0">
              <a:solidFill>
                <a:srgbClr val="7030A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3D35F39F-053F-3BEE-49E0-F9463E2EED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5606027"/>
              </p:ext>
            </p:extLst>
          </p:nvPr>
        </p:nvGraphicFramePr>
        <p:xfrm>
          <a:off x="7330103" y="1664089"/>
          <a:ext cx="4798562" cy="33324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97230">
                  <a:extLst>
                    <a:ext uri="{9D8B030D-6E8A-4147-A177-3AD203B41FA5}">
                      <a16:colId xmlns:a16="http://schemas.microsoft.com/office/drawing/2014/main" val="2512029958"/>
                    </a:ext>
                  </a:extLst>
                </a:gridCol>
                <a:gridCol w="925830">
                  <a:extLst>
                    <a:ext uri="{9D8B030D-6E8A-4147-A177-3AD203B41FA5}">
                      <a16:colId xmlns:a16="http://schemas.microsoft.com/office/drawing/2014/main" val="3820811795"/>
                    </a:ext>
                  </a:extLst>
                </a:gridCol>
                <a:gridCol w="1154430">
                  <a:extLst>
                    <a:ext uri="{9D8B030D-6E8A-4147-A177-3AD203B41FA5}">
                      <a16:colId xmlns:a16="http://schemas.microsoft.com/office/drawing/2014/main" val="1844597767"/>
                    </a:ext>
                  </a:extLst>
                </a:gridCol>
                <a:gridCol w="1154430">
                  <a:extLst>
                    <a:ext uri="{9D8B030D-6E8A-4147-A177-3AD203B41FA5}">
                      <a16:colId xmlns:a16="http://schemas.microsoft.com/office/drawing/2014/main" val="1963506592"/>
                    </a:ext>
                  </a:extLst>
                </a:gridCol>
                <a:gridCol w="866642">
                  <a:extLst>
                    <a:ext uri="{9D8B030D-6E8A-4147-A177-3AD203B41FA5}">
                      <a16:colId xmlns:a16="http://schemas.microsoft.com/office/drawing/2014/main" val="37752846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性別</a:t>
                      </a:r>
                      <a:endParaRPr lang="en-GB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家</a:t>
                      </a:r>
                      <a:endParaRPr lang="en-GB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運具</a:t>
                      </a:r>
                      <a:endParaRPr lang="en-GB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公司</a:t>
                      </a:r>
                      <a:endParaRPr lang="en-GB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頻次</a:t>
                      </a:r>
                      <a:endParaRPr lang="en-GB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18616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男</a:t>
                      </a:r>
                      <a:endParaRPr lang="en-GB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solidFill>
                      <a:srgbClr val="9BBF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新北市</a:t>
                      </a:r>
                      <a:endParaRPr lang="en-GB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私有運具</a:t>
                      </a:r>
                      <a:endParaRPr lang="en-GB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工業區</a:t>
                      </a:r>
                      <a:endParaRPr lang="en-GB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8955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男</a:t>
                      </a:r>
                      <a:endParaRPr kumimoji="0" lang="en-GB" altLang="zh-TW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>
                    <a:solidFill>
                      <a:srgbClr val="9BBF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新北市</a:t>
                      </a:r>
                      <a:endParaRPr lang="en-GB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私有運具</a:t>
                      </a:r>
                      <a:endParaRPr lang="en-GB" altLang="zh-TW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科學園區</a:t>
                      </a:r>
                      <a:endParaRPr lang="en-GB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2511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男</a:t>
                      </a:r>
                      <a:endParaRPr kumimoji="0" lang="en-GB" altLang="zh-TW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>
                    <a:solidFill>
                      <a:srgbClr val="9BBF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新北市</a:t>
                      </a:r>
                      <a:endParaRPr kumimoji="0" lang="en-GB" altLang="zh-TW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公共運輸</a:t>
                      </a:r>
                      <a:endParaRPr lang="en-GB" altLang="zh-TW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工業區</a:t>
                      </a:r>
                      <a:endParaRPr lang="en-GB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8612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男</a:t>
                      </a:r>
                      <a:endParaRPr kumimoji="0" lang="en-GB" altLang="zh-TW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>
                    <a:solidFill>
                      <a:srgbClr val="9BBF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新北市</a:t>
                      </a:r>
                      <a:endParaRPr kumimoji="0" lang="en-GB" altLang="zh-TW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公共運輸</a:t>
                      </a:r>
                      <a:endParaRPr lang="en-GB" altLang="zh-TW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科學園區</a:t>
                      </a:r>
                      <a:endParaRPr lang="en-GB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rgbClr val="7030A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4969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…</a:t>
                      </a:r>
                      <a:endParaRPr kumimoji="0" lang="en-GB" altLang="zh-TW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…</a:t>
                      </a:r>
                      <a:endParaRPr kumimoji="0" lang="en-GB" altLang="zh-TW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…</a:t>
                      </a:r>
                      <a:endParaRPr kumimoji="0" lang="en-GB" altLang="zh-TW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altLang="zh-TW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2073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…</a:t>
                      </a:r>
                      <a:endParaRPr kumimoji="0" lang="en-GB" altLang="zh-TW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…</a:t>
                      </a:r>
                      <a:endParaRPr kumimoji="0" lang="en-GB" altLang="zh-TW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…</a:t>
                      </a:r>
                      <a:endParaRPr kumimoji="0" lang="en-GB" altLang="zh-TW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altLang="zh-TW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5249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女</a:t>
                      </a:r>
                      <a:endParaRPr kumimoji="0" lang="en-GB" altLang="zh-TW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>
                    <a:solidFill>
                      <a:srgbClr val="F28D8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新竹縣</a:t>
                      </a:r>
                      <a:endParaRPr kumimoji="0" lang="en-GB" altLang="zh-TW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公共運輸</a:t>
                      </a:r>
                      <a:endParaRPr lang="en-GB" altLang="zh-TW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工業區</a:t>
                      </a:r>
                      <a:endParaRPr lang="en-GB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190</a:t>
                      </a:r>
                      <a:endParaRPr kumimoji="0" lang="en-GB" altLang="zh-TW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6279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女</a:t>
                      </a:r>
                      <a:endParaRPr kumimoji="0" lang="en-GB" altLang="zh-TW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>
                    <a:solidFill>
                      <a:srgbClr val="F28D8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新竹縣</a:t>
                      </a:r>
                      <a:endParaRPr kumimoji="0" lang="en-GB" altLang="zh-TW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公共運輸</a:t>
                      </a:r>
                      <a:endParaRPr lang="en-GB" altLang="zh-TW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科學園區</a:t>
                      </a:r>
                      <a:endParaRPr lang="en-GB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320</a:t>
                      </a:r>
                      <a:endParaRPr kumimoji="0" lang="en-GB" altLang="zh-TW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9885936"/>
                  </a:ext>
                </a:extLst>
              </a:tr>
            </a:tbl>
          </a:graphicData>
        </a:graphic>
      </p:graphicFrame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5636600-CDD9-EC3D-9405-CC613F0EEE9B}"/>
              </a:ext>
            </a:extLst>
          </p:cNvPr>
          <p:cNvCxnSpPr>
            <a:stCxn id="6" idx="2"/>
          </p:cNvCxnSpPr>
          <p:nvPr/>
        </p:nvCxnSpPr>
        <p:spPr>
          <a:xfrm>
            <a:off x="511282" y="5809666"/>
            <a:ext cx="0" cy="290192"/>
          </a:xfrm>
          <a:prstGeom prst="line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4B957FF-137C-09D6-219D-36BA71BA917D}"/>
              </a:ext>
            </a:extLst>
          </p:cNvPr>
          <p:cNvCxnSpPr>
            <a:cxnSpLocks/>
          </p:cNvCxnSpPr>
          <p:nvPr/>
        </p:nvCxnSpPr>
        <p:spPr>
          <a:xfrm flipH="1">
            <a:off x="488422" y="6074458"/>
            <a:ext cx="8009402" cy="0"/>
          </a:xfrm>
          <a:prstGeom prst="line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7C39AE5-94FA-E29B-FDF5-655102175C99}"/>
              </a:ext>
            </a:extLst>
          </p:cNvPr>
          <p:cNvCxnSpPr>
            <a:cxnSpLocks/>
          </p:cNvCxnSpPr>
          <p:nvPr/>
        </p:nvCxnSpPr>
        <p:spPr>
          <a:xfrm>
            <a:off x="8497824" y="5120640"/>
            <a:ext cx="0" cy="979218"/>
          </a:xfrm>
          <a:prstGeom prst="line">
            <a:avLst/>
          </a:prstGeom>
          <a:ln w="57150">
            <a:solidFill>
              <a:schemeClr val="accent6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0B9E51B-EB9B-364F-5624-EC7600008EE1}"/>
              </a:ext>
            </a:extLst>
          </p:cNvPr>
          <p:cNvCxnSpPr>
            <a:cxnSpLocks/>
          </p:cNvCxnSpPr>
          <p:nvPr/>
        </p:nvCxnSpPr>
        <p:spPr>
          <a:xfrm>
            <a:off x="3631351" y="5809666"/>
            <a:ext cx="3389" cy="539699"/>
          </a:xfrm>
          <a:prstGeom prst="line">
            <a:avLst/>
          </a:prstGeom>
          <a:ln w="571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77136D8-6E8A-5B94-846C-5EA34B714D01}"/>
              </a:ext>
            </a:extLst>
          </p:cNvPr>
          <p:cNvCxnSpPr>
            <a:cxnSpLocks/>
          </p:cNvCxnSpPr>
          <p:nvPr/>
        </p:nvCxnSpPr>
        <p:spPr>
          <a:xfrm flipH="1">
            <a:off x="3613845" y="6322568"/>
            <a:ext cx="5916235" cy="0"/>
          </a:xfrm>
          <a:prstGeom prst="line">
            <a:avLst/>
          </a:prstGeom>
          <a:ln w="571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4DCFEB5-B5F3-8D04-1541-D5ED3D5B21E4}"/>
              </a:ext>
            </a:extLst>
          </p:cNvPr>
          <p:cNvCxnSpPr>
            <a:cxnSpLocks/>
          </p:cNvCxnSpPr>
          <p:nvPr/>
        </p:nvCxnSpPr>
        <p:spPr>
          <a:xfrm>
            <a:off x="9503664" y="5120640"/>
            <a:ext cx="0" cy="1226185"/>
          </a:xfrm>
          <a:prstGeom prst="line">
            <a:avLst/>
          </a:prstGeom>
          <a:ln w="57150">
            <a:solidFill>
              <a:schemeClr val="accent5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BE053EF-CEA7-3748-18CF-2E65CB8ABA21}"/>
              </a:ext>
            </a:extLst>
          </p:cNvPr>
          <p:cNvCxnSpPr>
            <a:cxnSpLocks/>
          </p:cNvCxnSpPr>
          <p:nvPr/>
        </p:nvCxnSpPr>
        <p:spPr>
          <a:xfrm>
            <a:off x="6714715" y="5809666"/>
            <a:ext cx="0" cy="775960"/>
          </a:xfrm>
          <a:prstGeom prst="line">
            <a:avLst/>
          </a:prstGeom>
          <a:ln w="571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2C09A5F-2122-CC4A-88F6-782BBDD302E2}"/>
              </a:ext>
            </a:extLst>
          </p:cNvPr>
          <p:cNvCxnSpPr>
            <a:cxnSpLocks/>
          </p:cNvCxnSpPr>
          <p:nvPr/>
        </p:nvCxnSpPr>
        <p:spPr>
          <a:xfrm flipH="1">
            <a:off x="6689314" y="6585626"/>
            <a:ext cx="3922806" cy="0"/>
          </a:xfrm>
          <a:prstGeom prst="line">
            <a:avLst/>
          </a:prstGeom>
          <a:ln w="571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3107E31-F07C-20EC-7910-EC7C3C6906FD}"/>
              </a:ext>
            </a:extLst>
          </p:cNvPr>
          <p:cNvCxnSpPr>
            <a:cxnSpLocks/>
          </p:cNvCxnSpPr>
          <p:nvPr/>
        </p:nvCxnSpPr>
        <p:spPr>
          <a:xfrm>
            <a:off x="10631424" y="5120640"/>
            <a:ext cx="0" cy="1490386"/>
          </a:xfrm>
          <a:prstGeom prst="line">
            <a:avLst/>
          </a:prstGeom>
          <a:ln w="57150">
            <a:solidFill>
              <a:schemeClr val="accent4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01709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angle 143">
            <a:extLst>
              <a:ext uri="{FF2B5EF4-FFF2-40B4-BE49-F238E27FC236}">
                <a16:creationId xmlns:a16="http://schemas.microsoft.com/office/drawing/2014/main" id="{C2BDA8CC-DD73-4E14-09CC-62385412B28D}"/>
              </a:ext>
            </a:extLst>
          </p:cNvPr>
          <p:cNvSpPr/>
          <p:nvPr/>
        </p:nvSpPr>
        <p:spPr>
          <a:xfrm>
            <a:off x="346825" y="136188"/>
            <a:ext cx="7234806" cy="34533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929F0A1-0F19-8269-FD5D-18FBD42EE9DE}"/>
              </a:ext>
            </a:extLst>
          </p:cNvPr>
          <p:cNvSpPr/>
          <p:nvPr/>
        </p:nvSpPr>
        <p:spPr>
          <a:xfrm>
            <a:off x="2247089" y="496111"/>
            <a:ext cx="2178995" cy="2178995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5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98DD6AA-9FB1-B25E-1A6E-F2172CA4D227}"/>
              </a:ext>
            </a:extLst>
          </p:cNvPr>
          <p:cNvSpPr/>
          <p:nvPr/>
        </p:nvSpPr>
        <p:spPr>
          <a:xfrm>
            <a:off x="2806428" y="1055450"/>
            <a:ext cx="1060315" cy="1060315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5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060FC31-3C67-001C-02C2-774803784AF2}"/>
              </a:ext>
            </a:extLst>
          </p:cNvPr>
          <p:cNvCxnSpPr>
            <a:cxnSpLocks/>
          </p:cNvCxnSpPr>
          <p:nvPr/>
        </p:nvCxnSpPr>
        <p:spPr>
          <a:xfrm>
            <a:off x="3336585" y="1585607"/>
            <a:ext cx="559501" cy="93483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A8B7EE9-A34F-2522-3EB6-608CF8820143}"/>
              </a:ext>
            </a:extLst>
          </p:cNvPr>
          <p:cNvCxnSpPr>
            <a:cxnSpLocks/>
          </p:cNvCxnSpPr>
          <p:nvPr/>
        </p:nvCxnSpPr>
        <p:spPr>
          <a:xfrm flipV="1">
            <a:off x="2777084" y="1585607"/>
            <a:ext cx="559501" cy="93483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2E2E322-21F5-47F8-4911-9C354E54B48B}"/>
              </a:ext>
            </a:extLst>
          </p:cNvPr>
          <p:cNvCxnSpPr>
            <a:cxnSpLocks/>
          </p:cNvCxnSpPr>
          <p:nvPr/>
        </p:nvCxnSpPr>
        <p:spPr>
          <a:xfrm>
            <a:off x="2320379" y="1209797"/>
            <a:ext cx="1016206" cy="37581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62C621E-6BFA-CAED-D987-E331C63344A4}"/>
              </a:ext>
            </a:extLst>
          </p:cNvPr>
          <p:cNvCxnSpPr>
            <a:cxnSpLocks/>
          </p:cNvCxnSpPr>
          <p:nvPr/>
        </p:nvCxnSpPr>
        <p:spPr>
          <a:xfrm flipH="1">
            <a:off x="3336585" y="1145027"/>
            <a:ext cx="990510" cy="44058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59049DA-AF59-A60A-9BB2-9815DD8C3042}"/>
              </a:ext>
            </a:extLst>
          </p:cNvPr>
          <p:cNvCxnSpPr>
            <a:cxnSpLocks/>
            <a:endCxn id="4" idx="0"/>
          </p:cNvCxnSpPr>
          <p:nvPr/>
        </p:nvCxnSpPr>
        <p:spPr>
          <a:xfrm flipV="1">
            <a:off x="3336587" y="496111"/>
            <a:ext cx="0" cy="108949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D4D1EB1-01A8-F2A9-92B8-C07065E5E718}"/>
              </a:ext>
            </a:extLst>
          </p:cNvPr>
          <p:cNvSpPr txBox="1"/>
          <p:nvPr/>
        </p:nvSpPr>
        <p:spPr>
          <a:xfrm>
            <a:off x="3029993" y="219112"/>
            <a:ext cx="6222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屬性 </a:t>
            </a:r>
            <a:r>
              <a:rPr lang="en-US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endParaRPr lang="en-GB" sz="1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108633C-2874-A0BB-4CBF-2568A2ABC7A5}"/>
              </a:ext>
            </a:extLst>
          </p:cNvPr>
          <p:cNvSpPr txBox="1"/>
          <p:nvPr/>
        </p:nvSpPr>
        <p:spPr>
          <a:xfrm>
            <a:off x="4334855" y="1000385"/>
            <a:ext cx="6222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屬性 </a:t>
            </a:r>
            <a:r>
              <a:rPr lang="en-US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endParaRPr lang="en-GB" sz="1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34AEA84-8930-A15D-C67D-96BCC38A1443}"/>
              </a:ext>
            </a:extLst>
          </p:cNvPr>
          <p:cNvSpPr txBox="1"/>
          <p:nvPr/>
        </p:nvSpPr>
        <p:spPr>
          <a:xfrm>
            <a:off x="3779581" y="2523485"/>
            <a:ext cx="6222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屬性 </a:t>
            </a:r>
            <a:r>
              <a:rPr lang="en-US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endParaRPr lang="en-GB" sz="1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1B4E184-F3F0-9F7A-D2FE-2580E081B027}"/>
              </a:ext>
            </a:extLst>
          </p:cNvPr>
          <p:cNvSpPr txBox="1"/>
          <p:nvPr/>
        </p:nvSpPr>
        <p:spPr>
          <a:xfrm>
            <a:off x="2217583" y="2511632"/>
            <a:ext cx="6222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屬性 </a:t>
            </a:r>
            <a:r>
              <a:rPr lang="en-US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endParaRPr lang="en-GB" sz="1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556884C-71D6-0638-E5C4-43087B7F9DBE}"/>
              </a:ext>
            </a:extLst>
          </p:cNvPr>
          <p:cNvSpPr txBox="1"/>
          <p:nvPr/>
        </p:nvSpPr>
        <p:spPr>
          <a:xfrm>
            <a:off x="1669761" y="1056551"/>
            <a:ext cx="6222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屬性 </a:t>
            </a:r>
            <a:r>
              <a:rPr lang="en-US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endParaRPr lang="en-GB" sz="1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3B40346-BA2A-B313-1AA0-670B4164548C}"/>
              </a:ext>
            </a:extLst>
          </p:cNvPr>
          <p:cNvCxnSpPr>
            <a:cxnSpLocks/>
            <a:stCxn id="43" idx="2"/>
            <a:endCxn id="42" idx="6"/>
          </p:cNvCxnSpPr>
          <p:nvPr/>
        </p:nvCxnSpPr>
        <p:spPr>
          <a:xfrm flipH="1">
            <a:off x="2562300" y="1228380"/>
            <a:ext cx="710178" cy="61769"/>
          </a:xfrm>
          <a:prstGeom prst="line">
            <a:avLst/>
          </a:prstGeom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234487B8-8351-01F5-8BBF-E8BF8CE014F4}"/>
              </a:ext>
            </a:extLst>
          </p:cNvPr>
          <p:cNvSpPr/>
          <p:nvPr/>
        </p:nvSpPr>
        <p:spPr>
          <a:xfrm>
            <a:off x="2461456" y="1239727"/>
            <a:ext cx="100844" cy="10084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D7F328BE-8E73-6F55-F249-9235793008AA}"/>
              </a:ext>
            </a:extLst>
          </p:cNvPr>
          <p:cNvSpPr/>
          <p:nvPr/>
        </p:nvSpPr>
        <p:spPr>
          <a:xfrm>
            <a:off x="3272478" y="1177958"/>
            <a:ext cx="100844" cy="10084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0415808-92E2-0BCA-BE9E-E09924AA3EB6}"/>
              </a:ext>
            </a:extLst>
          </p:cNvPr>
          <p:cNvSpPr/>
          <p:nvPr/>
        </p:nvSpPr>
        <p:spPr>
          <a:xfrm>
            <a:off x="4132455" y="1156071"/>
            <a:ext cx="100844" cy="10084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1775572A-A7EB-12E4-8E6B-DDA4CF7555FA}"/>
              </a:ext>
            </a:extLst>
          </p:cNvPr>
          <p:cNvSpPr/>
          <p:nvPr/>
        </p:nvSpPr>
        <p:spPr>
          <a:xfrm>
            <a:off x="3685891" y="2217257"/>
            <a:ext cx="100844" cy="10084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0E4BB777-7E13-9BAC-2930-4A5362C0017E}"/>
              </a:ext>
            </a:extLst>
          </p:cNvPr>
          <p:cNvSpPr/>
          <p:nvPr/>
        </p:nvSpPr>
        <p:spPr>
          <a:xfrm>
            <a:off x="3140297" y="1797890"/>
            <a:ext cx="100844" cy="10084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E9B365C-E2E7-DE53-C9D6-888522F36D5C}"/>
              </a:ext>
            </a:extLst>
          </p:cNvPr>
          <p:cNvCxnSpPr>
            <a:cxnSpLocks/>
            <a:stCxn id="44" idx="2"/>
            <a:endCxn id="43" idx="6"/>
          </p:cNvCxnSpPr>
          <p:nvPr/>
        </p:nvCxnSpPr>
        <p:spPr>
          <a:xfrm flipH="1">
            <a:off x="3373322" y="1206493"/>
            <a:ext cx="759133" cy="21887"/>
          </a:xfrm>
          <a:prstGeom prst="line">
            <a:avLst/>
          </a:prstGeom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0C8EC77-80E8-B909-02D5-70D63D3624F9}"/>
              </a:ext>
            </a:extLst>
          </p:cNvPr>
          <p:cNvCxnSpPr>
            <a:cxnSpLocks/>
            <a:stCxn id="44" idx="4"/>
            <a:endCxn id="45" idx="7"/>
          </p:cNvCxnSpPr>
          <p:nvPr/>
        </p:nvCxnSpPr>
        <p:spPr>
          <a:xfrm flipH="1">
            <a:off x="3771967" y="1256915"/>
            <a:ext cx="410910" cy="975110"/>
          </a:xfrm>
          <a:prstGeom prst="line">
            <a:avLst/>
          </a:prstGeom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D91A95B-C474-277F-6624-507514CFDF22}"/>
              </a:ext>
            </a:extLst>
          </p:cNvPr>
          <p:cNvCxnSpPr>
            <a:cxnSpLocks/>
            <a:stCxn id="45" idx="1"/>
            <a:endCxn id="46" idx="5"/>
          </p:cNvCxnSpPr>
          <p:nvPr/>
        </p:nvCxnSpPr>
        <p:spPr>
          <a:xfrm flipH="1" flipV="1">
            <a:off x="3226373" y="1883966"/>
            <a:ext cx="474286" cy="348059"/>
          </a:xfrm>
          <a:prstGeom prst="line">
            <a:avLst/>
          </a:prstGeom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1EBB2E28-1EF4-1741-73F0-5D0D71F457FB}"/>
              </a:ext>
            </a:extLst>
          </p:cNvPr>
          <p:cNvCxnSpPr>
            <a:cxnSpLocks/>
            <a:stCxn id="46" idx="1"/>
            <a:endCxn id="42" idx="5"/>
          </p:cNvCxnSpPr>
          <p:nvPr/>
        </p:nvCxnSpPr>
        <p:spPr>
          <a:xfrm flipH="1" flipV="1">
            <a:off x="2547532" y="1325803"/>
            <a:ext cx="607533" cy="486855"/>
          </a:xfrm>
          <a:prstGeom prst="line">
            <a:avLst/>
          </a:prstGeom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21687E49-7E36-8D73-D225-FD4E04F0603B}"/>
              </a:ext>
            </a:extLst>
          </p:cNvPr>
          <p:cNvSpPr/>
          <p:nvPr/>
        </p:nvSpPr>
        <p:spPr>
          <a:xfrm>
            <a:off x="2870268" y="1394916"/>
            <a:ext cx="100844" cy="10084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A0898466-5B14-FA75-3C15-918CE4DE5204}"/>
              </a:ext>
            </a:extLst>
          </p:cNvPr>
          <p:cNvSpPr/>
          <p:nvPr/>
        </p:nvSpPr>
        <p:spPr>
          <a:xfrm>
            <a:off x="3286163" y="541339"/>
            <a:ext cx="100844" cy="10084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875FFEAF-A8BA-27DD-950B-2CEE2FA9ACE5}"/>
              </a:ext>
            </a:extLst>
          </p:cNvPr>
          <p:cNvSpPr/>
          <p:nvPr/>
        </p:nvSpPr>
        <p:spPr>
          <a:xfrm>
            <a:off x="3779581" y="1331366"/>
            <a:ext cx="100844" cy="10084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01AF361F-619D-BA23-D5E0-DBE2348F6D9C}"/>
              </a:ext>
            </a:extLst>
          </p:cNvPr>
          <p:cNvSpPr/>
          <p:nvPr/>
        </p:nvSpPr>
        <p:spPr>
          <a:xfrm>
            <a:off x="3566203" y="1989293"/>
            <a:ext cx="100844" cy="10084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EC16EDC0-DB16-081F-AA10-215D3991BB89}"/>
              </a:ext>
            </a:extLst>
          </p:cNvPr>
          <p:cNvSpPr/>
          <p:nvPr/>
        </p:nvSpPr>
        <p:spPr>
          <a:xfrm>
            <a:off x="2800359" y="2332966"/>
            <a:ext cx="100844" cy="10084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71EC87C8-38F3-890F-0FF0-2796E38E062C}"/>
              </a:ext>
            </a:extLst>
          </p:cNvPr>
          <p:cNvCxnSpPr>
            <a:cxnSpLocks/>
            <a:stCxn id="68" idx="3"/>
            <a:endCxn id="67" idx="7"/>
          </p:cNvCxnSpPr>
          <p:nvPr/>
        </p:nvCxnSpPr>
        <p:spPr>
          <a:xfrm flipH="1">
            <a:off x="2956344" y="627415"/>
            <a:ext cx="344587" cy="782269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FFE0B55F-A526-F716-72F5-6DB270D6D075}"/>
              </a:ext>
            </a:extLst>
          </p:cNvPr>
          <p:cNvCxnSpPr>
            <a:cxnSpLocks/>
            <a:stCxn id="68" idx="5"/>
            <a:endCxn id="69" idx="1"/>
          </p:cNvCxnSpPr>
          <p:nvPr/>
        </p:nvCxnSpPr>
        <p:spPr>
          <a:xfrm>
            <a:off x="3372239" y="627415"/>
            <a:ext cx="422110" cy="718719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9A0909E4-EDE0-2A86-07B8-6E54A10B27F9}"/>
              </a:ext>
            </a:extLst>
          </p:cNvPr>
          <p:cNvCxnSpPr>
            <a:cxnSpLocks/>
            <a:stCxn id="70" idx="7"/>
            <a:endCxn id="69" idx="4"/>
          </p:cNvCxnSpPr>
          <p:nvPr/>
        </p:nvCxnSpPr>
        <p:spPr>
          <a:xfrm flipV="1">
            <a:off x="3652279" y="1432210"/>
            <a:ext cx="177724" cy="571851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E35475E1-C6A2-E153-EF0F-4BFB441B5B56}"/>
              </a:ext>
            </a:extLst>
          </p:cNvPr>
          <p:cNvCxnSpPr>
            <a:cxnSpLocks/>
            <a:stCxn id="67" idx="4"/>
            <a:endCxn id="71" idx="0"/>
          </p:cNvCxnSpPr>
          <p:nvPr/>
        </p:nvCxnSpPr>
        <p:spPr>
          <a:xfrm flipH="1">
            <a:off x="2850781" y="1495760"/>
            <a:ext cx="69909" cy="837206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AC8ED40A-A1EB-3E1F-2333-B1888EEBE3A0}"/>
              </a:ext>
            </a:extLst>
          </p:cNvPr>
          <p:cNvCxnSpPr>
            <a:cxnSpLocks/>
            <a:stCxn id="70" idx="3"/>
            <a:endCxn id="71" idx="6"/>
          </p:cNvCxnSpPr>
          <p:nvPr/>
        </p:nvCxnSpPr>
        <p:spPr>
          <a:xfrm flipH="1">
            <a:off x="2901203" y="2075369"/>
            <a:ext cx="679768" cy="308019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C7829CCE-8BB3-6DA9-5751-DFED0A3707DC}"/>
              </a:ext>
            </a:extLst>
          </p:cNvPr>
          <p:cNvSpPr txBox="1"/>
          <p:nvPr/>
        </p:nvSpPr>
        <p:spPr>
          <a:xfrm>
            <a:off x="3199418" y="1487972"/>
            <a:ext cx="3385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0%</a:t>
            </a:r>
            <a:endParaRPr lang="en-GB" sz="800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3817C55-2406-D203-0D9A-B2A878593B23}"/>
              </a:ext>
            </a:extLst>
          </p:cNvPr>
          <p:cNvSpPr txBox="1"/>
          <p:nvPr/>
        </p:nvSpPr>
        <p:spPr>
          <a:xfrm>
            <a:off x="3175857" y="1998129"/>
            <a:ext cx="4221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50%</a:t>
            </a:r>
            <a:endParaRPr lang="en-GB" sz="800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1D57390D-1488-F8CE-53D6-09290D41554B}"/>
              </a:ext>
            </a:extLst>
          </p:cNvPr>
          <p:cNvSpPr txBox="1"/>
          <p:nvPr/>
        </p:nvSpPr>
        <p:spPr>
          <a:xfrm>
            <a:off x="3152357" y="2584087"/>
            <a:ext cx="4911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100%</a:t>
            </a:r>
            <a:endParaRPr lang="en-GB" sz="800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56305FF1-C2A9-EB43-21A8-3CE8518932BA}"/>
              </a:ext>
            </a:extLst>
          </p:cNvPr>
          <p:cNvSpPr txBox="1"/>
          <p:nvPr/>
        </p:nvSpPr>
        <p:spPr>
          <a:xfrm>
            <a:off x="2817280" y="3001979"/>
            <a:ext cx="11613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TW" sz="1050" dirty="0" err="1">
                <a:highlight>
                  <a:srgbClr val="C0C0C0"/>
                </a:highlight>
                <a:latin typeface="Consolas" panose="020B0609020204030204" pitchFamily="49" charset="0"/>
              </a:rPr>
              <a:t>values.radar</a:t>
            </a:r>
            <a:endParaRPr lang="en-GB" sz="1050" dirty="0">
              <a:highlight>
                <a:srgbClr val="C0C0C0"/>
              </a:highlight>
              <a:latin typeface="Consolas" panose="020B0609020204030204" pitchFamily="49" charset="0"/>
            </a:endParaRPr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00AE49D1-0C27-6E0A-D58B-D9D5CB97AD66}"/>
              </a:ext>
            </a:extLst>
          </p:cNvPr>
          <p:cNvCxnSpPr>
            <a:stCxn id="96" idx="2"/>
            <a:endCxn id="98" idx="0"/>
          </p:cNvCxnSpPr>
          <p:nvPr/>
        </p:nvCxnSpPr>
        <p:spPr>
          <a:xfrm>
            <a:off x="3397952" y="2799531"/>
            <a:ext cx="0" cy="202448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095B070B-F752-8068-89C0-737D88AB0CF4}"/>
              </a:ext>
            </a:extLst>
          </p:cNvPr>
          <p:cNvCxnSpPr>
            <a:cxnSpLocks/>
            <a:stCxn id="36" idx="3"/>
          </p:cNvCxnSpPr>
          <p:nvPr/>
        </p:nvCxnSpPr>
        <p:spPr>
          <a:xfrm>
            <a:off x="4401867" y="2661985"/>
            <a:ext cx="244131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658AC480-9C53-AC82-F385-3AF4131ED354}"/>
              </a:ext>
            </a:extLst>
          </p:cNvPr>
          <p:cNvSpPr txBox="1"/>
          <p:nvPr/>
        </p:nvSpPr>
        <p:spPr>
          <a:xfrm>
            <a:off x="4613947" y="2519859"/>
            <a:ext cx="150369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50" dirty="0" err="1">
                <a:highlight>
                  <a:srgbClr val="C0C0C0"/>
                </a:highlight>
                <a:latin typeface="Consolas" panose="020B0609020204030204" pitchFamily="49" charset="0"/>
              </a:rPr>
              <a:t>axis.label.size</a:t>
            </a:r>
            <a:endParaRPr lang="en-GB" sz="1050" dirty="0">
              <a:highlight>
                <a:srgbClr val="C0C0C0"/>
              </a:highlight>
              <a:latin typeface="Consolas" panose="020B0609020204030204" pitchFamily="49" charset="0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49E38BE-E3C5-E5B6-5930-A97CFE8B2BE1}"/>
              </a:ext>
            </a:extLst>
          </p:cNvPr>
          <p:cNvSpPr txBox="1"/>
          <p:nvPr/>
        </p:nvSpPr>
        <p:spPr>
          <a:xfrm>
            <a:off x="4502785" y="1984960"/>
            <a:ext cx="145183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TW" sz="1050" dirty="0" err="1">
                <a:highlight>
                  <a:srgbClr val="C0C0C0"/>
                </a:highlight>
                <a:latin typeface="Consolas" panose="020B0609020204030204" pitchFamily="49" charset="0"/>
              </a:rPr>
              <a:t>axis.line.colour</a:t>
            </a:r>
            <a:endParaRPr lang="en-GB" sz="1050" dirty="0">
              <a:highlight>
                <a:srgbClr val="C0C0C0"/>
              </a:highlight>
              <a:latin typeface="Consolas" panose="020B0609020204030204" pitchFamily="49" charset="0"/>
            </a:endParaRPr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D867C94F-9E76-F4BD-B542-3E15F6B88F44}"/>
              </a:ext>
            </a:extLst>
          </p:cNvPr>
          <p:cNvCxnSpPr>
            <a:cxnSpLocks/>
          </p:cNvCxnSpPr>
          <p:nvPr/>
        </p:nvCxnSpPr>
        <p:spPr>
          <a:xfrm flipV="1">
            <a:off x="3830003" y="2104905"/>
            <a:ext cx="701001" cy="278483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3468EC5A-3037-14D0-89B9-2CAE3F117FC3}"/>
              </a:ext>
            </a:extLst>
          </p:cNvPr>
          <p:cNvSpPr txBox="1"/>
          <p:nvPr/>
        </p:nvSpPr>
        <p:spPr>
          <a:xfrm>
            <a:off x="2716436" y="3249438"/>
            <a:ext cx="141601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TW" sz="1050" dirty="0" err="1">
                <a:highlight>
                  <a:srgbClr val="C0C0C0"/>
                </a:highlight>
                <a:latin typeface="Consolas" panose="020B0609020204030204" pitchFamily="49" charset="0"/>
              </a:rPr>
              <a:t>grid.label.size</a:t>
            </a:r>
            <a:endParaRPr lang="en-GB" sz="1050" dirty="0">
              <a:highlight>
                <a:srgbClr val="C0C0C0"/>
              </a:highlight>
              <a:latin typeface="Consolas" panose="020B0609020204030204" pitchFamily="49" charset="0"/>
            </a:endParaRPr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65C25E28-C16C-1970-BA2C-4BE3768F268F}"/>
              </a:ext>
            </a:extLst>
          </p:cNvPr>
          <p:cNvCxnSpPr>
            <a:cxnSpLocks/>
          </p:cNvCxnSpPr>
          <p:nvPr/>
        </p:nvCxnSpPr>
        <p:spPr>
          <a:xfrm>
            <a:off x="646624" y="1582823"/>
            <a:ext cx="465883" cy="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Oval 122">
            <a:extLst>
              <a:ext uri="{FF2B5EF4-FFF2-40B4-BE49-F238E27FC236}">
                <a16:creationId xmlns:a16="http://schemas.microsoft.com/office/drawing/2014/main" id="{B1963AC6-801D-F987-37F3-E044CCFEBA3F}"/>
              </a:ext>
            </a:extLst>
          </p:cNvPr>
          <p:cNvSpPr/>
          <p:nvPr/>
        </p:nvSpPr>
        <p:spPr>
          <a:xfrm>
            <a:off x="829143" y="1524715"/>
            <a:ext cx="100844" cy="10084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91172AFA-22FD-6E92-F103-97AA76E35F08}"/>
              </a:ext>
            </a:extLst>
          </p:cNvPr>
          <p:cNvCxnSpPr>
            <a:cxnSpLocks/>
          </p:cNvCxnSpPr>
          <p:nvPr/>
        </p:nvCxnSpPr>
        <p:spPr>
          <a:xfrm flipH="1">
            <a:off x="646624" y="1786159"/>
            <a:ext cx="465883" cy="0"/>
          </a:xfrm>
          <a:prstGeom prst="line">
            <a:avLst/>
          </a:prstGeom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Oval 128">
            <a:extLst>
              <a:ext uri="{FF2B5EF4-FFF2-40B4-BE49-F238E27FC236}">
                <a16:creationId xmlns:a16="http://schemas.microsoft.com/office/drawing/2014/main" id="{829AF2DF-3FB6-3DCD-0EEA-2D84328C54AE}"/>
              </a:ext>
            </a:extLst>
          </p:cNvPr>
          <p:cNvSpPr/>
          <p:nvPr/>
        </p:nvSpPr>
        <p:spPr>
          <a:xfrm>
            <a:off x="829143" y="1725852"/>
            <a:ext cx="100844" cy="10084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E4A9259C-2A40-2AF5-D47F-B975FC024ED4}"/>
              </a:ext>
            </a:extLst>
          </p:cNvPr>
          <p:cNvSpPr txBox="1"/>
          <p:nvPr/>
        </p:nvSpPr>
        <p:spPr>
          <a:xfrm>
            <a:off x="1112506" y="1454802"/>
            <a:ext cx="5854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類別 </a:t>
            </a:r>
            <a:r>
              <a:rPr lang="en-US" altLang="zh-TW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endParaRPr lang="en-GB" sz="105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9218ACB5-845F-0699-CE1B-6A2C87C5F317}"/>
              </a:ext>
            </a:extLst>
          </p:cNvPr>
          <p:cNvSpPr txBox="1"/>
          <p:nvPr/>
        </p:nvSpPr>
        <p:spPr>
          <a:xfrm>
            <a:off x="1112506" y="1662615"/>
            <a:ext cx="56778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類別 </a:t>
            </a:r>
            <a:r>
              <a:rPr lang="en-US" altLang="zh-TW" sz="10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endParaRPr lang="en-GB" sz="105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1E63593E-9FF6-32CB-255A-E25DECD99A25}"/>
              </a:ext>
            </a:extLst>
          </p:cNvPr>
          <p:cNvSpPr txBox="1"/>
          <p:nvPr/>
        </p:nvSpPr>
        <p:spPr>
          <a:xfrm>
            <a:off x="346825" y="2156065"/>
            <a:ext cx="151320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TW" sz="1050" dirty="0" err="1">
                <a:highlight>
                  <a:srgbClr val="C0C0C0"/>
                </a:highlight>
                <a:latin typeface="Consolas" panose="020B0609020204030204" pitchFamily="49" charset="0"/>
              </a:rPr>
              <a:t>legend.text.size</a:t>
            </a:r>
            <a:endParaRPr lang="en-GB" sz="1050" dirty="0">
              <a:highlight>
                <a:srgbClr val="C0C0C0"/>
              </a:highlight>
              <a:latin typeface="Consolas" panose="020B0609020204030204" pitchFamily="49" charset="0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D43B43CA-4F84-9704-A5E1-0EF8C1CAC079}"/>
              </a:ext>
            </a:extLst>
          </p:cNvPr>
          <p:cNvSpPr txBox="1"/>
          <p:nvPr/>
        </p:nvSpPr>
        <p:spPr>
          <a:xfrm>
            <a:off x="376331" y="2399937"/>
            <a:ext cx="151320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TW" sz="1050" dirty="0" err="1">
                <a:highlight>
                  <a:srgbClr val="C0C0C0"/>
                </a:highlight>
                <a:latin typeface="Consolas" panose="020B0609020204030204" pitchFamily="49" charset="0"/>
              </a:rPr>
              <a:t>legend.position</a:t>
            </a:r>
            <a:endParaRPr lang="en-GB" sz="1050" dirty="0">
              <a:highlight>
                <a:srgbClr val="C0C0C0"/>
              </a:highlight>
              <a:latin typeface="Consolas" panose="020B0609020204030204" pitchFamily="49" charset="0"/>
            </a:endParaRPr>
          </a:p>
        </p:txBody>
      </p: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651C419B-5147-E59A-A579-3FA4FBE6EFB0}"/>
              </a:ext>
            </a:extLst>
          </p:cNvPr>
          <p:cNvCxnSpPr>
            <a:cxnSpLocks/>
            <a:endCxn id="133" idx="0"/>
          </p:cNvCxnSpPr>
          <p:nvPr/>
        </p:nvCxnSpPr>
        <p:spPr>
          <a:xfrm>
            <a:off x="1103427" y="1916531"/>
            <a:ext cx="0" cy="239534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2F85EEE2-B25E-451D-C94E-67117F02C97F}"/>
              </a:ext>
            </a:extLst>
          </p:cNvPr>
          <p:cNvCxnSpPr>
            <a:cxnSpLocks/>
          </p:cNvCxnSpPr>
          <p:nvPr/>
        </p:nvCxnSpPr>
        <p:spPr>
          <a:xfrm>
            <a:off x="4251037" y="1535235"/>
            <a:ext cx="907865" cy="771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TextBox 141">
            <a:extLst>
              <a:ext uri="{FF2B5EF4-FFF2-40B4-BE49-F238E27FC236}">
                <a16:creationId xmlns:a16="http://schemas.microsoft.com/office/drawing/2014/main" id="{F1EB4266-0AF2-A2ED-3462-8E0A95301FDA}"/>
              </a:ext>
            </a:extLst>
          </p:cNvPr>
          <p:cNvSpPr txBox="1"/>
          <p:nvPr/>
        </p:nvSpPr>
        <p:spPr>
          <a:xfrm>
            <a:off x="5103726" y="1290149"/>
            <a:ext cx="201460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TW" sz="1050" dirty="0" err="1">
                <a:highlight>
                  <a:srgbClr val="C0C0C0"/>
                </a:highlight>
                <a:latin typeface="Consolas" panose="020B0609020204030204" pitchFamily="49" charset="0"/>
              </a:rPr>
              <a:t>background.circle.colour</a:t>
            </a:r>
            <a:endParaRPr lang="en-GB" sz="1050" dirty="0">
              <a:highlight>
                <a:srgbClr val="C0C0C0"/>
              </a:highlight>
              <a:latin typeface="Consolas" panose="020B0609020204030204" pitchFamily="49" charset="0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05A1F92B-FE36-15AB-96F4-C1370BFC34E8}"/>
              </a:ext>
            </a:extLst>
          </p:cNvPr>
          <p:cNvSpPr txBox="1"/>
          <p:nvPr/>
        </p:nvSpPr>
        <p:spPr>
          <a:xfrm>
            <a:off x="5103726" y="1509208"/>
            <a:ext cx="247790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TW" sz="1050" dirty="0" err="1">
                <a:highlight>
                  <a:srgbClr val="C0C0C0"/>
                </a:highlight>
                <a:latin typeface="Consolas" panose="020B0609020204030204" pitchFamily="49" charset="0"/>
              </a:rPr>
              <a:t>background.circle.transparency</a:t>
            </a:r>
            <a:endParaRPr lang="en-GB" sz="1050" dirty="0">
              <a:highlight>
                <a:srgbClr val="C0C0C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572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FEA80663-731C-6459-D5AA-0BFBB296C3F6}"/>
              </a:ext>
            </a:extLst>
          </p:cNvPr>
          <p:cNvSpPr/>
          <p:nvPr/>
        </p:nvSpPr>
        <p:spPr>
          <a:xfrm>
            <a:off x="1868129" y="807720"/>
            <a:ext cx="4425991" cy="37347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D5964E-6764-8E5C-6D16-28F8B465DA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670" t="13409" r="17978" b="7790"/>
          <a:stretch/>
        </p:blipFill>
        <p:spPr>
          <a:xfrm>
            <a:off x="1868129" y="894734"/>
            <a:ext cx="4748980" cy="364776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3DE98E6-DD4C-AD8D-6C49-5E10A14F618E}"/>
              </a:ext>
            </a:extLst>
          </p:cNvPr>
          <p:cNvSpPr/>
          <p:nvPr/>
        </p:nvSpPr>
        <p:spPr>
          <a:xfrm>
            <a:off x="1849755" y="4185286"/>
            <a:ext cx="438150" cy="2317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FB3871-1E1E-828E-13FD-DAAAB10573BF}"/>
              </a:ext>
            </a:extLst>
          </p:cNvPr>
          <p:cNvSpPr/>
          <p:nvPr/>
        </p:nvSpPr>
        <p:spPr>
          <a:xfrm>
            <a:off x="6197333" y="4185286"/>
            <a:ext cx="419776" cy="2317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890D111-5598-F988-495A-827972D072A4}"/>
              </a:ext>
            </a:extLst>
          </p:cNvPr>
          <p:cNvSpPr/>
          <p:nvPr/>
        </p:nvSpPr>
        <p:spPr>
          <a:xfrm>
            <a:off x="3968299" y="2506340"/>
            <a:ext cx="151581" cy="151581"/>
          </a:xfrm>
          <a:prstGeom prst="ellipse">
            <a:avLst/>
          </a:prstGeom>
          <a:solidFill>
            <a:srgbClr val="2FB8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935CF8A-1284-C0BB-30D9-6397A04F16E5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3663499" y="1972530"/>
            <a:ext cx="326999" cy="556009"/>
          </a:xfrm>
          <a:prstGeom prst="line">
            <a:avLst/>
          </a:prstGeom>
          <a:ln w="19050">
            <a:solidFill>
              <a:srgbClr val="2FB8BD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C3BA205-5D1C-F8F3-0FB9-3E5C1F082FFC}"/>
              </a:ext>
            </a:extLst>
          </p:cNvPr>
          <p:cNvCxnSpPr>
            <a:cxnSpLocks/>
            <a:stCxn id="9" idx="6"/>
          </p:cNvCxnSpPr>
          <p:nvPr/>
        </p:nvCxnSpPr>
        <p:spPr>
          <a:xfrm>
            <a:off x="4119880" y="2582131"/>
            <a:ext cx="996950" cy="0"/>
          </a:xfrm>
          <a:prstGeom prst="line">
            <a:avLst/>
          </a:prstGeom>
          <a:ln w="19050">
            <a:solidFill>
              <a:srgbClr val="2FB8BD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5580BF0-E503-C30B-2946-CE55BE451120}"/>
              </a:ext>
            </a:extLst>
          </p:cNvPr>
          <p:cNvCxnSpPr>
            <a:cxnSpLocks/>
            <a:endCxn id="9" idx="3"/>
          </p:cNvCxnSpPr>
          <p:nvPr/>
        </p:nvCxnSpPr>
        <p:spPr>
          <a:xfrm flipV="1">
            <a:off x="3139583" y="2635722"/>
            <a:ext cx="850915" cy="1504423"/>
          </a:xfrm>
          <a:prstGeom prst="line">
            <a:avLst/>
          </a:prstGeom>
          <a:ln w="19050">
            <a:solidFill>
              <a:srgbClr val="2FB8BD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991D2F6C-287D-1B7C-E827-D45A350B64E6}"/>
              </a:ext>
            </a:extLst>
          </p:cNvPr>
          <p:cNvSpPr/>
          <p:nvPr/>
        </p:nvSpPr>
        <p:spPr>
          <a:xfrm>
            <a:off x="4118382" y="3458549"/>
            <a:ext cx="151581" cy="151581"/>
          </a:xfrm>
          <a:prstGeom prst="ellipse">
            <a:avLst/>
          </a:prstGeom>
          <a:solidFill>
            <a:srgbClr val="F28D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4F1C9DF-C00B-0C8F-CD18-AFB732AEADDD}"/>
              </a:ext>
            </a:extLst>
          </p:cNvPr>
          <p:cNvCxnSpPr>
            <a:cxnSpLocks/>
          </p:cNvCxnSpPr>
          <p:nvPr/>
        </p:nvCxnSpPr>
        <p:spPr>
          <a:xfrm>
            <a:off x="3495197" y="2278726"/>
            <a:ext cx="685643" cy="1206154"/>
          </a:xfrm>
          <a:prstGeom prst="line">
            <a:avLst/>
          </a:prstGeom>
          <a:ln w="19050">
            <a:solidFill>
              <a:srgbClr val="F28D8E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6B2DF32-AB61-60AE-3157-9D85BB602B47}"/>
              </a:ext>
            </a:extLst>
          </p:cNvPr>
          <p:cNvCxnSpPr>
            <a:cxnSpLocks/>
            <a:stCxn id="21" idx="6"/>
          </p:cNvCxnSpPr>
          <p:nvPr/>
        </p:nvCxnSpPr>
        <p:spPr>
          <a:xfrm>
            <a:off x="4269963" y="3534340"/>
            <a:ext cx="1399317" cy="0"/>
          </a:xfrm>
          <a:prstGeom prst="line">
            <a:avLst/>
          </a:prstGeom>
          <a:ln w="19050">
            <a:solidFill>
              <a:srgbClr val="F28D8E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C2064E7-D2FE-B414-CD1D-CE2E6C185A57}"/>
              </a:ext>
            </a:extLst>
          </p:cNvPr>
          <p:cNvCxnSpPr>
            <a:cxnSpLocks/>
            <a:endCxn id="21" idx="4"/>
          </p:cNvCxnSpPr>
          <p:nvPr/>
        </p:nvCxnSpPr>
        <p:spPr>
          <a:xfrm flipV="1">
            <a:off x="3864652" y="3610130"/>
            <a:ext cx="329521" cy="554200"/>
          </a:xfrm>
          <a:prstGeom prst="line">
            <a:avLst/>
          </a:prstGeom>
          <a:ln w="19050">
            <a:solidFill>
              <a:srgbClr val="F28D8E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21146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60CCC18-37B3-3610-882D-FD766FFC64CD}"/>
              </a:ext>
            </a:extLst>
          </p:cNvPr>
          <p:cNvSpPr/>
          <p:nvPr/>
        </p:nvSpPr>
        <p:spPr>
          <a:xfrm>
            <a:off x="0" y="690664"/>
            <a:ext cx="12984506" cy="4978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 descr="A graph with lines and numbers&#10;&#10;Description automatically generated">
            <a:extLst>
              <a:ext uri="{FF2B5EF4-FFF2-40B4-BE49-F238E27FC236}">
                <a16:creationId xmlns:a16="http://schemas.microsoft.com/office/drawing/2014/main" id="{40AE7AAF-560F-531E-3767-D70BE509EE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2172" y="1188715"/>
            <a:ext cx="7132334" cy="4480569"/>
          </a:xfrm>
          <a:prstGeom prst="rect">
            <a:avLst/>
          </a:prstGeom>
        </p:spPr>
      </p:pic>
      <p:pic>
        <p:nvPicPr>
          <p:cNvPr id="7" name="Picture 6" descr="A pie chart with different colored circles&#10;&#10;Description automatically generated">
            <a:extLst>
              <a:ext uri="{FF2B5EF4-FFF2-40B4-BE49-F238E27FC236}">
                <a16:creationId xmlns:a16="http://schemas.microsoft.com/office/drawing/2014/main" id="{0B6987F4-C893-9A3E-1B23-EB6AFB0804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88715"/>
            <a:ext cx="5852172" cy="448056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2592AFE-C8F7-1E28-FCD9-4A2BE1D00F56}"/>
              </a:ext>
            </a:extLst>
          </p:cNvPr>
          <p:cNvSpPr txBox="1"/>
          <p:nvPr/>
        </p:nvSpPr>
        <p:spPr>
          <a:xfrm>
            <a:off x="175099" y="802239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圓餅圖</a:t>
            </a:r>
            <a:endParaRPr lang="en-GB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25483E-9FA8-1D48-9E64-ADD2B61EDE38}"/>
              </a:ext>
            </a:extLst>
          </p:cNvPr>
          <p:cNvSpPr txBox="1"/>
          <p:nvPr/>
        </p:nvSpPr>
        <p:spPr>
          <a:xfrm>
            <a:off x="6027271" y="80223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棒棒糖圖</a:t>
            </a:r>
            <a:endParaRPr lang="en-GB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992474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EC8A144D-54BC-AA59-2C5B-50CFD2BD4A9F}"/>
              </a:ext>
            </a:extLst>
          </p:cNvPr>
          <p:cNvSpPr/>
          <p:nvPr/>
        </p:nvSpPr>
        <p:spPr>
          <a:xfrm>
            <a:off x="682905" y="-57873"/>
            <a:ext cx="8993529" cy="66785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9D2F369-E61A-0674-B4AF-1083AE3CEA71}"/>
              </a:ext>
            </a:extLst>
          </p:cNvPr>
          <p:cNvSpPr/>
          <p:nvPr/>
        </p:nvSpPr>
        <p:spPr>
          <a:xfrm>
            <a:off x="1539975" y="1039347"/>
            <a:ext cx="3720365" cy="2199688"/>
          </a:xfrm>
          <a:prstGeom prst="roundRect">
            <a:avLst>
              <a:gd name="adj" fmla="val 794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7EB5C0D-C215-CF3B-B3EE-2EB97185EA1F}"/>
              </a:ext>
            </a:extLst>
          </p:cNvPr>
          <p:cNvSpPr/>
          <p:nvPr/>
        </p:nvSpPr>
        <p:spPr>
          <a:xfrm>
            <a:off x="5260341" y="1039347"/>
            <a:ext cx="1394460" cy="2199688"/>
          </a:xfrm>
          <a:prstGeom prst="roundRect">
            <a:avLst>
              <a:gd name="adj" fmla="val 794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9ACFAED-20C6-82D7-979D-064F816E1AD9}"/>
              </a:ext>
            </a:extLst>
          </p:cNvPr>
          <p:cNvSpPr/>
          <p:nvPr/>
        </p:nvSpPr>
        <p:spPr>
          <a:xfrm>
            <a:off x="6654801" y="1039347"/>
            <a:ext cx="1394460" cy="2199688"/>
          </a:xfrm>
          <a:prstGeom prst="roundRect">
            <a:avLst>
              <a:gd name="adj" fmla="val 7940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8ECA5E4-F4BE-0849-40F3-152E46A10D19}"/>
              </a:ext>
            </a:extLst>
          </p:cNvPr>
          <p:cNvSpPr/>
          <p:nvPr/>
        </p:nvSpPr>
        <p:spPr>
          <a:xfrm>
            <a:off x="1539975" y="5261552"/>
            <a:ext cx="3720365" cy="1073724"/>
          </a:xfrm>
          <a:prstGeom prst="roundRect">
            <a:avLst>
              <a:gd name="adj" fmla="val 794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18DDB4E-89C7-211D-36F8-69299B32F6D2}"/>
              </a:ext>
            </a:extLst>
          </p:cNvPr>
          <p:cNvSpPr/>
          <p:nvPr/>
        </p:nvSpPr>
        <p:spPr>
          <a:xfrm>
            <a:off x="5260338" y="5260266"/>
            <a:ext cx="2788923" cy="1073724"/>
          </a:xfrm>
          <a:prstGeom prst="roundRect">
            <a:avLst>
              <a:gd name="adj" fmla="val 794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A38EEB01-F636-3CF3-B6DA-9E3080B9AE1B}"/>
              </a:ext>
            </a:extLst>
          </p:cNvPr>
          <p:cNvGraphicFramePr>
            <a:graphicFrameLocks noGrp="1"/>
          </p:cNvGraphicFramePr>
          <p:nvPr/>
        </p:nvGraphicFramePr>
        <p:xfrm>
          <a:off x="1539974" y="675388"/>
          <a:ext cx="6520243" cy="2563647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728796">
                  <a:extLst>
                    <a:ext uri="{9D8B030D-6E8A-4147-A177-3AD203B41FA5}">
                      <a16:colId xmlns:a16="http://schemas.microsoft.com/office/drawing/2014/main" val="215621004"/>
                    </a:ext>
                  </a:extLst>
                </a:gridCol>
                <a:gridCol w="1972115">
                  <a:extLst>
                    <a:ext uri="{9D8B030D-6E8A-4147-A177-3AD203B41FA5}">
                      <a16:colId xmlns:a16="http://schemas.microsoft.com/office/drawing/2014/main" val="3266484332"/>
                    </a:ext>
                  </a:extLst>
                </a:gridCol>
                <a:gridCol w="1409666">
                  <a:extLst>
                    <a:ext uri="{9D8B030D-6E8A-4147-A177-3AD203B41FA5}">
                      <a16:colId xmlns:a16="http://schemas.microsoft.com/office/drawing/2014/main" val="2091498931"/>
                    </a:ext>
                  </a:extLst>
                </a:gridCol>
                <a:gridCol w="1409666">
                  <a:extLst>
                    <a:ext uri="{9D8B030D-6E8A-4147-A177-3AD203B41FA5}">
                      <a16:colId xmlns:a16="http://schemas.microsoft.com/office/drawing/2014/main" val="4924686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SubRouteUID</a:t>
                      </a:r>
                      <a:endParaRPr lang="en-GB" sz="1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SubRouteName</a:t>
                      </a:r>
                      <a:endParaRPr lang="en-GB" sz="1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StopName</a:t>
                      </a:r>
                      <a:endParaRPr lang="en-GB" sz="1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StopType</a:t>
                      </a:r>
                      <a:endParaRPr lang="en-GB" sz="1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9195354"/>
                  </a:ext>
                </a:extLst>
              </a:tr>
              <a:tr h="338607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HSZ000701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81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古奇峰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altLang="zh-TW" sz="1800" dirty="0" err="1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Stop_O</a:t>
                      </a:r>
                      <a:endParaRPr lang="zh-TW" altLang="en-US" sz="18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extLst>
                  <a:ext uri="{0D108BD9-81ED-4DB2-BD59-A6C34878D82A}">
                    <a16:rowId xmlns:a16="http://schemas.microsoft.com/office/drawing/2014/main" val="285409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HSZ000701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81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新莊車站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TW" sz="1800" dirty="0" err="1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Stop_D</a:t>
                      </a:r>
                      <a:endParaRPr lang="zh-TW" altLang="en-US" sz="18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extLst>
                  <a:ext uri="{0D108BD9-81ED-4DB2-BD59-A6C34878D82A}">
                    <a16:rowId xmlns:a16="http://schemas.microsoft.com/office/drawing/2014/main" val="485301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8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HSZ000702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81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新莊車站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TW" sz="1800" dirty="0" err="1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Stop_O</a:t>
                      </a:r>
                      <a:endParaRPr lang="zh-TW" altLang="en-US" sz="18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extLst>
                  <a:ext uri="{0D108BD9-81ED-4DB2-BD59-A6C34878D82A}">
                    <a16:rowId xmlns:a16="http://schemas.microsoft.com/office/drawing/2014/main" val="2045876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8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HSZ000702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81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古奇峰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TW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Stop_</a:t>
                      </a:r>
                      <a:r>
                        <a:rPr lang="en-US" altLang="zh-TW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</a:t>
                      </a:r>
                      <a:endParaRPr lang="zh-TW" altLang="en-US" sz="18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extLst>
                  <a:ext uri="{0D108BD9-81ED-4DB2-BD59-A6C34878D82A}">
                    <a16:rowId xmlns:a16="http://schemas.microsoft.com/office/drawing/2014/main" val="27800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8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HSZ000801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83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成德路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TW" sz="1800" dirty="0" err="1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Stop_O</a:t>
                      </a:r>
                      <a:endParaRPr lang="zh-TW" altLang="en-US" sz="18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extLst>
                  <a:ext uri="{0D108BD9-81ED-4DB2-BD59-A6C34878D82A}">
                    <a16:rowId xmlns:a16="http://schemas.microsoft.com/office/drawing/2014/main" val="9709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8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HSZ000801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83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北校門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TW" sz="1800" dirty="0" err="1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Stop_D</a:t>
                      </a:r>
                      <a:endParaRPr lang="zh-TW" altLang="en-US" sz="18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extLst>
                  <a:ext uri="{0D108BD9-81ED-4DB2-BD59-A6C34878D82A}">
                    <a16:rowId xmlns:a16="http://schemas.microsoft.com/office/drawing/2014/main" val="3625249303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4E625DDE-4B52-305F-3443-EF8EE153DC7C}"/>
              </a:ext>
            </a:extLst>
          </p:cNvPr>
          <p:cNvSpPr txBox="1"/>
          <p:nvPr/>
        </p:nvSpPr>
        <p:spPr>
          <a:xfrm>
            <a:off x="2794860" y="0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保留欄位</a:t>
            </a:r>
            <a:endParaRPr lang="en-GB" sz="2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Left Brace 22">
            <a:extLst>
              <a:ext uri="{FF2B5EF4-FFF2-40B4-BE49-F238E27FC236}">
                <a16:creationId xmlns:a16="http://schemas.microsoft.com/office/drawing/2014/main" id="{08D81D55-1498-3834-9BE5-59DB9ED93316}"/>
              </a:ext>
            </a:extLst>
          </p:cNvPr>
          <p:cNvSpPr/>
          <p:nvPr/>
        </p:nvSpPr>
        <p:spPr>
          <a:xfrm rot="5400000">
            <a:off x="3251818" y="-1318151"/>
            <a:ext cx="296673" cy="3720366"/>
          </a:xfrm>
          <a:prstGeom prst="leftBrace">
            <a:avLst>
              <a:gd name="adj1" fmla="val 49316"/>
              <a:gd name="adj2" fmla="val 50000"/>
            </a:avLst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676763B-25EC-BD93-2307-0E42807DAF43}"/>
              </a:ext>
            </a:extLst>
          </p:cNvPr>
          <p:cNvSpPr txBox="1"/>
          <p:nvPr/>
        </p:nvSpPr>
        <p:spPr>
          <a:xfrm>
            <a:off x="2794861" y="4199737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保留欄位</a:t>
            </a:r>
            <a:endParaRPr lang="en-GB" sz="2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Left Brace 24">
            <a:extLst>
              <a:ext uri="{FF2B5EF4-FFF2-40B4-BE49-F238E27FC236}">
                <a16:creationId xmlns:a16="http://schemas.microsoft.com/office/drawing/2014/main" id="{6FB9DD8B-D1A6-1760-9869-56348CD37E57}"/>
              </a:ext>
            </a:extLst>
          </p:cNvPr>
          <p:cNvSpPr/>
          <p:nvPr/>
        </p:nvSpPr>
        <p:spPr>
          <a:xfrm rot="5400000">
            <a:off x="3251819" y="2881586"/>
            <a:ext cx="296673" cy="3720366"/>
          </a:xfrm>
          <a:prstGeom prst="leftBrace">
            <a:avLst>
              <a:gd name="adj1" fmla="val 49316"/>
              <a:gd name="adj2" fmla="val 50000"/>
            </a:avLst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5C55CB07-5ED5-C057-D263-6CE24314FEFB}"/>
              </a:ext>
            </a:extLst>
          </p:cNvPr>
          <p:cNvSpPr/>
          <p:nvPr/>
        </p:nvSpPr>
        <p:spPr>
          <a:xfrm>
            <a:off x="4755509" y="3867760"/>
            <a:ext cx="584921" cy="651061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Left Brace 25">
            <a:extLst>
              <a:ext uri="{FF2B5EF4-FFF2-40B4-BE49-F238E27FC236}">
                <a16:creationId xmlns:a16="http://schemas.microsoft.com/office/drawing/2014/main" id="{3AED2781-79E8-C7BA-324D-0351259C98C1}"/>
              </a:ext>
            </a:extLst>
          </p:cNvPr>
          <p:cNvSpPr/>
          <p:nvPr/>
        </p:nvSpPr>
        <p:spPr>
          <a:xfrm rot="5400000">
            <a:off x="5866353" y="-98079"/>
            <a:ext cx="262525" cy="1314371"/>
          </a:xfrm>
          <a:prstGeom prst="leftBrace">
            <a:avLst>
              <a:gd name="adj1" fmla="val 49316"/>
              <a:gd name="adj2" fmla="val 50000"/>
            </a:avLst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FEECF8A-734E-D975-CB5B-368B98193D4B}"/>
              </a:ext>
            </a:extLst>
          </p:cNvPr>
          <p:cNvSpPr txBox="1"/>
          <p:nvPr/>
        </p:nvSpPr>
        <p:spPr>
          <a:xfrm>
            <a:off x="5392321" y="0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展開欄位</a:t>
            </a:r>
            <a:endParaRPr lang="en-GB" sz="2000" b="1" dirty="0"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Left Brace 27">
            <a:extLst>
              <a:ext uri="{FF2B5EF4-FFF2-40B4-BE49-F238E27FC236}">
                <a16:creationId xmlns:a16="http://schemas.microsoft.com/office/drawing/2014/main" id="{BACEB991-DFEC-9DA3-3CAD-73DAB3276A5B}"/>
              </a:ext>
            </a:extLst>
          </p:cNvPr>
          <p:cNvSpPr/>
          <p:nvPr/>
        </p:nvSpPr>
        <p:spPr>
          <a:xfrm rot="5400000">
            <a:off x="7226246" y="-98079"/>
            <a:ext cx="262525" cy="1314371"/>
          </a:xfrm>
          <a:prstGeom prst="leftBrace">
            <a:avLst>
              <a:gd name="adj1" fmla="val 49316"/>
              <a:gd name="adj2" fmla="val 50000"/>
            </a:avLst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0F9E803-7BB5-8653-3478-966975FBA564}"/>
              </a:ext>
            </a:extLst>
          </p:cNvPr>
          <p:cNvSpPr txBox="1"/>
          <p:nvPr/>
        </p:nvSpPr>
        <p:spPr>
          <a:xfrm>
            <a:off x="6752214" y="0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參照欄位</a:t>
            </a:r>
            <a:endParaRPr lang="en-GB" sz="2000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8FAC162-215B-CB11-901A-2B80E03BB665}"/>
              </a:ext>
            </a:extLst>
          </p:cNvPr>
          <p:cNvSpPr txBox="1"/>
          <p:nvPr/>
        </p:nvSpPr>
        <p:spPr>
          <a:xfrm>
            <a:off x="801858" y="3432425"/>
            <a:ext cx="8376475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altLang="zh-TW" dirty="0" err="1">
                <a:latin typeface="Consolas" panose="020B0609020204030204" pitchFamily="49" charset="0"/>
                <a:ea typeface="微軟正黑體" panose="020B0604030504040204" pitchFamily="34" charset="-120"/>
              </a:rPr>
              <a:t>dcast</a:t>
            </a:r>
            <a:r>
              <a:rPr lang="en-GB" altLang="zh-TW" dirty="0">
                <a:latin typeface="Consolas" panose="020B0609020204030204" pitchFamily="49" charset="0"/>
                <a:ea typeface="微軟正黑體" panose="020B0604030504040204" pitchFamily="34" charset="-120"/>
              </a:rPr>
              <a:t>(</a:t>
            </a:r>
            <a:r>
              <a:rPr lang="en-GB" altLang="zh-TW" dirty="0" err="1">
                <a:latin typeface="Consolas" panose="020B0609020204030204" pitchFamily="49" charset="0"/>
                <a:ea typeface="微軟正黑體" panose="020B0604030504040204" pitchFamily="34" charset="-120"/>
              </a:rPr>
              <a:t>資料</a:t>
            </a:r>
            <a:r>
              <a:rPr lang="en-GB" altLang="zh-TW" dirty="0">
                <a:latin typeface="Consolas" panose="020B0609020204030204" pitchFamily="49" charset="0"/>
                <a:ea typeface="微軟正黑體" panose="020B0604030504040204" pitchFamily="34" charset="-120"/>
              </a:rPr>
              <a:t>, </a:t>
            </a:r>
            <a:r>
              <a:rPr lang="en-GB" altLang="zh-TW" dirty="0" err="1">
                <a:latin typeface="Consolas" panose="020B0609020204030204" pitchFamily="49" charset="0"/>
                <a:ea typeface="微軟正黑體" panose="020B0604030504040204" pitchFamily="34" charset="-120"/>
              </a:rPr>
              <a:t>保留欄位+保留欄位</a:t>
            </a:r>
            <a:r>
              <a:rPr lang="en-GB" altLang="zh-TW" dirty="0">
                <a:latin typeface="Consolas" panose="020B0609020204030204" pitchFamily="49" charset="0"/>
                <a:ea typeface="微軟正黑體" panose="020B0604030504040204" pitchFamily="34" charset="-120"/>
              </a:rPr>
              <a:t>+... ~ </a:t>
            </a:r>
            <a:r>
              <a:rPr lang="en-GB" altLang="zh-TW" dirty="0" err="1">
                <a:latin typeface="Consolas" panose="020B0609020204030204" pitchFamily="49" charset="0"/>
                <a:ea typeface="微軟正黑體" panose="020B0604030504040204" pitchFamily="34" charset="-120"/>
              </a:rPr>
              <a:t>參照欄位</a:t>
            </a:r>
            <a:r>
              <a:rPr lang="en-GB" altLang="zh-TW" dirty="0">
                <a:latin typeface="Consolas" panose="020B0609020204030204" pitchFamily="49" charset="0"/>
                <a:ea typeface="微軟正黑體" panose="020B0604030504040204" pitchFamily="34" charset="-120"/>
              </a:rPr>
              <a:t>, </a:t>
            </a:r>
            <a:r>
              <a:rPr lang="en-GB" altLang="zh-TW" dirty="0" err="1">
                <a:latin typeface="Consolas" panose="020B0609020204030204" pitchFamily="49" charset="0"/>
                <a:ea typeface="微軟正黑體" panose="020B0604030504040204" pitchFamily="34" charset="-120"/>
              </a:rPr>
              <a:t>value.var</a:t>
            </a:r>
            <a:r>
              <a:rPr lang="en-GB" altLang="zh-TW" dirty="0">
                <a:latin typeface="Consolas" panose="020B0609020204030204" pitchFamily="49" charset="0"/>
                <a:ea typeface="微軟正黑體" panose="020B0604030504040204" pitchFamily="34" charset="-120"/>
              </a:rPr>
              <a:t>="</a:t>
            </a:r>
            <a:r>
              <a:rPr lang="en-GB" altLang="zh-TW" dirty="0" err="1">
                <a:latin typeface="Consolas" panose="020B0609020204030204" pitchFamily="49" charset="0"/>
                <a:ea typeface="微軟正黑體" panose="020B0604030504040204" pitchFamily="34" charset="-120"/>
              </a:rPr>
              <a:t>展開欄位</a:t>
            </a:r>
            <a:r>
              <a:rPr lang="en-GB" altLang="zh-TW" dirty="0">
                <a:latin typeface="Consolas" panose="020B0609020204030204" pitchFamily="49" charset="0"/>
                <a:ea typeface="微軟正黑體" panose="020B0604030504040204" pitchFamily="34" charset="-120"/>
              </a:rPr>
              <a:t>")</a:t>
            </a:r>
            <a:endParaRPr lang="en-GB" dirty="0">
              <a:latin typeface="Consolas" panose="020B0609020204030204" pitchFamily="49" charset="0"/>
              <a:ea typeface="微軟正黑體" panose="020B0604030504040204" pitchFamily="34" charset="-12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40F2A6C-5690-55E0-D613-034AC20FE1EC}"/>
              </a:ext>
            </a:extLst>
          </p:cNvPr>
          <p:cNvSpPr txBox="1"/>
          <p:nvPr/>
        </p:nvSpPr>
        <p:spPr>
          <a:xfrm>
            <a:off x="8237746" y="4899612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參照欄位</a:t>
            </a:r>
            <a:endParaRPr lang="en-GB" sz="2000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1D3B3FFD-BC0E-A85A-B6E0-D9B2AE29A42F}"/>
              </a:ext>
            </a:extLst>
          </p:cNvPr>
          <p:cNvGraphicFramePr>
            <a:graphicFrameLocks noGrp="1"/>
          </p:cNvGraphicFramePr>
          <p:nvPr/>
        </p:nvGraphicFramePr>
        <p:xfrm>
          <a:off x="1539974" y="4888714"/>
          <a:ext cx="6520244" cy="1451127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728796">
                  <a:extLst>
                    <a:ext uri="{9D8B030D-6E8A-4147-A177-3AD203B41FA5}">
                      <a16:colId xmlns:a16="http://schemas.microsoft.com/office/drawing/2014/main" val="215621004"/>
                    </a:ext>
                  </a:extLst>
                </a:gridCol>
                <a:gridCol w="1972116">
                  <a:extLst>
                    <a:ext uri="{9D8B030D-6E8A-4147-A177-3AD203B41FA5}">
                      <a16:colId xmlns:a16="http://schemas.microsoft.com/office/drawing/2014/main" val="3266484332"/>
                    </a:ext>
                  </a:extLst>
                </a:gridCol>
                <a:gridCol w="1409666">
                  <a:extLst>
                    <a:ext uri="{9D8B030D-6E8A-4147-A177-3AD203B41FA5}">
                      <a16:colId xmlns:a16="http://schemas.microsoft.com/office/drawing/2014/main" val="2091498931"/>
                    </a:ext>
                  </a:extLst>
                </a:gridCol>
                <a:gridCol w="1409666">
                  <a:extLst>
                    <a:ext uri="{9D8B030D-6E8A-4147-A177-3AD203B41FA5}">
                      <a16:colId xmlns:a16="http://schemas.microsoft.com/office/drawing/2014/main" val="4924686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SubRouteUID</a:t>
                      </a:r>
                      <a:endParaRPr lang="en-GB" sz="1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SubRouteName</a:t>
                      </a:r>
                      <a:endParaRPr lang="en-GB" sz="1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altLang="zh-TW" sz="18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Stop_O</a:t>
                      </a:r>
                      <a:endParaRPr lang="zh-TW" altLang="en-US" sz="1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TW" sz="18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Stop_D</a:t>
                      </a:r>
                      <a:endParaRPr lang="zh-TW" altLang="en-US" sz="1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9195354"/>
                  </a:ext>
                </a:extLst>
              </a:tr>
              <a:tr h="338607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HSZ000701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81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古奇峰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新莊車站</a:t>
                      </a:r>
                    </a:p>
                  </a:txBody>
                  <a:tcPr marL="45720" marR="45720" marT="15240" marB="15240" anchor="ctr"/>
                </a:tc>
                <a:extLst>
                  <a:ext uri="{0D108BD9-81ED-4DB2-BD59-A6C34878D82A}">
                    <a16:rowId xmlns:a16="http://schemas.microsoft.com/office/drawing/2014/main" val="285409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HSZ000702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81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新莊車站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古奇峰</a:t>
                      </a:r>
                    </a:p>
                  </a:txBody>
                  <a:tcPr marL="45720" marR="45720" marT="15240" marB="15240" anchor="ctr"/>
                </a:tc>
                <a:extLst>
                  <a:ext uri="{0D108BD9-81ED-4DB2-BD59-A6C34878D82A}">
                    <a16:rowId xmlns:a16="http://schemas.microsoft.com/office/drawing/2014/main" val="2045876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HSZ000801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83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成德路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北校門</a:t>
                      </a:r>
                    </a:p>
                  </a:txBody>
                  <a:tcPr marL="45720" marR="45720" marT="15240" marB="15240" anchor="ctr"/>
                </a:tc>
                <a:extLst>
                  <a:ext uri="{0D108BD9-81ED-4DB2-BD59-A6C34878D82A}">
                    <a16:rowId xmlns:a16="http://schemas.microsoft.com/office/drawing/2014/main" val="9709598"/>
                  </a:ext>
                </a:extLst>
              </a:tr>
            </a:tbl>
          </a:graphicData>
        </a:graphic>
      </p:graphicFrame>
      <p:sp>
        <p:nvSpPr>
          <p:cNvPr id="43" name="Left Brace 42">
            <a:extLst>
              <a:ext uri="{FF2B5EF4-FFF2-40B4-BE49-F238E27FC236}">
                <a16:creationId xmlns:a16="http://schemas.microsoft.com/office/drawing/2014/main" id="{5DB62EEF-2BEF-FD53-6206-BF0A8F12F49A}"/>
              </a:ext>
            </a:extLst>
          </p:cNvPr>
          <p:cNvSpPr/>
          <p:nvPr/>
        </p:nvSpPr>
        <p:spPr>
          <a:xfrm rot="10800000">
            <a:off x="8062848" y="5303243"/>
            <a:ext cx="176584" cy="1020914"/>
          </a:xfrm>
          <a:prstGeom prst="leftBrace">
            <a:avLst>
              <a:gd name="adj1" fmla="val 49316"/>
              <a:gd name="adj2" fmla="val 50000"/>
            </a:avLst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672DB03-3DCC-C6CC-3BF2-CE73F1DD0C1B}"/>
              </a:ext>
            </a:extLst>
          </p:cNvPr>
          <p:cNvSpPr txBox="1"/>
          <p:nvPr/>
        </p:nvSpPr>
        <p:spPr>
          <a:xfrm>
            <a:off x="8237746" y="5561896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展開欄位</a:t>
            </a:r>
            <a:endParaRPr lang="en-GB" sz="2000" b="1" dirty="0"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678323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EDEBC72A-C77A-EBA8-9DCF-3B6D90223DB7}"/>
              </a:ext>
            </a:extLst>
          </p:cNvPr>
          <p:cNvSpPr/>
          <p:nvPr/>
        </p:nvSpPr>
        <p:spPr>
          <a:xfrm>
            <a:off x="578734" y="1242509"/>
            <a:ext cx="8908977" cy="45551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40CE9E41-9E28-E868-6281-1E5A631B7B41}"/>
              </a:ext>
            </a:extLst>
          </p:cNvPr>
          <p:cNvSpPr/>
          <p:nvPr/>
        </p:nvSpPr>
        <p:spPr>
          <a:xfrm>
            <a:off x="4396902" y="2828885"/>
            <a:ext cx="4878368" cy="109136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27426518-C6BA-BB01-624C-664908C41B95}"/>
              </a:ext>
            </a:extLst>
          </p:cNvPr>
          <p:cNvSpPr/>
          <p:nvPr/>
        </p:nvSpPr>
        <p:spPr>
          <a:xfrm>
            <a:off x="3816717" y="5307714"/>
            <a:ext cx="3582501" cy="30777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4D1AC91B-0FF8-DD74-D70B-2C8D730BD7A1}"/>
              </a:ext>
            </a:extLst>
          </p:cNvPr>
          <p:cNvSpPr/>
          <p:nvPr/>
        </p:nvSpPr>
        <p:spPr>
          <a:xfrm rot="16200000">
            <a:off x="1989847" y="4843833"/>
            <a:ext cx="125379" cy="778213"/>
          </a:xfrm>
          <a:prstGeom prst="leftBrace">
            <a:avLst>
              <a:gd name="adj1" fmla="val 49316"/>
              <a:gd name="adj2" fmla="val 50000"/>
            </a:avLst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b="1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E4D1EB4-6E79-888F-5A8E-4D76DF1D2D70}"/>
              </a:ext>
            </a:extLst>
          </p:cNvPr>
          <p:cNvCxnSpPr>
            <a:cxnSpLocks/>
            <a:stCxn id="9" idx="1"/>
          </p:cNvCxnSpPr>
          <p:nvPr/>
        </p:nvCxnSpPr>
        <p:spPr>
          <a:xfrm>
            <a:off x="1400783" y="5038928"/>
            <a:ext cx="7597302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AFCCDC50-4302-8848-694A-7C3EDB2318A4}"/>
              </a:ext>
            </a:extLst>
          </p:cNvPr>
          <p:cNvSpPr/>
          <p:nvPr/>
        </p:nvSpPr>
        <p:spPr>
          <a:xfrm>
            <a:off x="1400783" y="4907604"/>
            <a:ext cx="262647" cy="26264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608ECC-8F0E-329B-4496-4C69C3DE9C59}"/>
              </a:ext>
            </a:extLst>
          </p:cNvPr>
          <p:cNvSpPr/>
          <p:nvPr/>
        </p:nvSpPr>
        <p:spPr>
          <a:xfrm>
            <a:off x="2441643" y="4907604"/>
            <a:ext cx="262647" cy="26264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000F21-45E8-CD19-3F63-E761EAA8C437}"/>
              </a:ext>
            </a:extLst>
          </p:cNvPr>
          <p:cNvSpPr/>
          <p:nvPr/>
        </p:nvSpPr>
        <p:spPr>
          <a:xfrm>
            <a:off x="3545732" y="4907604"/>
            <a:ext cx="262647" cy="26264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EF9F8C-7FB7-857F-B57F-F718AA6DA7CB}"/>
              </a:ext>
            </a:extLst>
          </p:cNvPr>
          <p:cNvSpPr/>
          <p:nvPr/>
        </p:nvSpPr>
        <p:spPr>
          <a:xfrm>
            <a:off x="4895794" y="4907604"/>
            <a:ext cx="262647" cy="26264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813FF5-5863-8E19-D260-7C4660B999F6}"/>
              </a:ext>
            </a:extLst>
          </p:cNvPr>
          <p:cNvSpPr/>
          <p:nvPr/>
        </p:nvSpPr>
        <p:spPr>
          <a:xfrm>
            <a:off x="6001966" y="4907604"/>
            <a:ext cx="262647" cy="26264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7B271D-235B-CE6A-1ED4-A998EF23AF9A}"/>
              </a:ext>
            </a:extLst>
          </p:cNvPr>
          <p:cNvSpPr/>
          <p:nvPr/>
        </p:nvSpPr>
        <p:spPr>
          <a:xfrm>
            <a:off x="7147747" y="4907604"/>
            <a:ext cx="262647" cy="26264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842D3B-E0CF-23BD-E2AA-6783E39D0A33}"/>
              </a:ext>
            </a:extLst>
          </p:cNvPr>
          <p:cNvSpPr/>
          <p:nvPr/>
        </p:nvSpPr>
        <p:spPr>
          <a:xfrm>
            <a:off x="8219872" y="4907604"/>
            <a:ext cx="262647" cy="26264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47FB09E-5E5B-BFA6-2C87-27355BE16A0A}"/>
              </a:ext>
            </a:extLst>
          </p:cNvPr>
          <p:cNvSpPr txBox="1"/>
          <p:nvPr/>
        </p:nvSpPr>
        <p:spPr>
          <a:xfrm>
            <a:off x="1363630" y="4544935"/>
            <a:ext cx="3369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endParaRPr lang="en-GB" sz="2000" b="1" dirty="0">
              <a:solidFill>
                <a:srgbClr val="00206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CDCC81-0914-BBA7-FD0E-F42A2F0C5D9E}"/>
              </a:ext>
            </a:extLst>
          </p:cNvPr>
          <p:cNvSpPr txBox="1"/>
          <p:nvPr/>
        </p:nvSpPr>
        <p:spPr>
          <a:xfrm>
            <a:off x="2404490" y="4544935"/>
            <a:ext cx="3369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endParaRPr lang="en-GB" sz="2000" b="1" dirty="0">
              <a:solidFill>
                <a:srgbClr val="00206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3F4500B-6EC0-EAF6-7BAF-6E96074AA196}"/>
              </a:ext>
            </a:extLst>
          </p:cNvPr>
          <p:cNvSpPr txBox="1"/>
          <p:nvPr/>
        </p:nvSpPr>
        <p:spPr>
          <a:xfrm>
            <a:off x="3513768" y="4544935"/>
            <a:ext cx="3369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endParaRPr lang="en-GB" sz="2000" b="1" dirty="0">
              <a:solidFill>
                <a:srgbClr val="00206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2AC26EB-5930-4259-9229-28146D3BECDC}"/>
              </a:ext>
            </a:extLst>
          </p:cNvPr>
          <p:cNvSpPr txBox="1"/>
          <p:nvPr/>
        </p:nvSpPr>
        <p:spPr>
          <a:xfrm>
            <a:off x="4855903" y="4544935"/>
            <a:ext cx="3369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endParaRPr lang="en-GB" sz="2000" b="1" dirty="0">
              <a:solidFill>
                <a:srgbClr val="00206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7C3D035-1058-440D-4DA4-B026CF3A535B}"/>
              </a:ext>
            </a:extLst>
          </p:cNvPr>
          <p:cNvSpPr txBox="1"/>
          <p:nvPr/>
        </p:nvSpPr>
        <p:spPr>
          <a:xfrm>
            <a:off x="5967919" y="4544935"/>
            <a:ext cx="3369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endParaRPr lang="en-GB" sz="2000" b="1" dirty="0">
              <a:solidFill>
                <a:srgbClr val="00206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07AD865-1874-44E3-7EE4-32E23CFEC070}"/>
              </a:ext>
            </a:extLst>
          </p:cNvPr>
          <p:cNvSpPr txBox="1"/>
          <p:nvPr/>
        </p:nvSpPr>
        <p:spPr>
          <a:xfrm>
            <a:off x="7116500" y="4544935"/>
            <a:ext cx="3369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r>
            <a:endParaRPr lang="en-GB" sz="2000" b="1" dirty="0">
              <a:solidFill>
                <a:srgbClr val="00206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9CE0865-D853-7DAF-FE67-14522CB95695}"/>
              </a:ext>
            </a:extLst>
          </p:cNvPr>
          <p:cNvSpPr txBox="1"/>
          <p:nvPr/>
        </p:nvSpPr>
        <p:spPr>
          <a:xfrm>
            <a:off x="8185826" y="4544935"/>
            <a:ext cx="3369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7</a:t>
            </a:r>
            <a:endParaRPr lang="en-GB" sz="2000" b="1" dirty="0">
              <a:solidFill>
                <a:srgbClr val="00206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Left Brace 30">
            <a:extLst>
              <a:ext uri="{FF2B5EF4-FFF2-40B4-BE49-F238E27FC236}">
                <a16:creationId xmlns:a16="http://schemas.microsoft.com/office/drawing/2014/main" id="{29CD4AB3-66FB-1A1D-72C4-EF879D4F65BB}"/>
              </a:ext>
            </a:extLst>
          </p:cNvPr>
          <p:cNvSpPr/>
          <p:nvPr/>
        </p:nvSpPr>
        <p:spPr>
          <a:xfrm rot="16200000">
            <a:off x="3062321" y="4812218"/>
            <a:ext cx="125379" cy="841442"/>
          </a:xfrm>
          <a:prstGeom prst="leftBrace">
            <a:avLst>
              <a:gd name="adj1" fmla="val 49316"/>
              <a:gd name="adj2" fmla="val 50000"/>
            </a:avLst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b="1" dirty="0"/>
          </a:p>
        </p:txBody>
      </p:sp>
      <p:sp>
        <p:nvSpPr>
          <p:cNvPr id="32" name="Left Brace 31">
            <a:extLst>
              <a:ext uri="{FF2B5EF4-FFF2-40B4-BE49-F238E27FC236}">
                <a16:creationId xmlns:a16="http://schemas.microsoft.com/office/drawing/2014/main" id="{973DF7FE-6CD4-6971-CAAC-414B7B3986E5}"/>
              </a:ext>
            </a:extLst>
          </p:cNvPr>
          <p:cNvSpPr/>
          <p:nvPr/>
        </p:nvSpPr>
        <p:spPr>
          <a:xfrm rot="16200000">
            <a:off x="4285229" y="4685063"/>
            <a:ext cx="125379" cy="1095753"/>
          </a:xfrm>
          <a:prstGeom prst="leftBrace">
            <a:avLst>
              <a:gd name="adj1" fmla="val 49316"/>
              <a:gd name="adj2" fmla="val 50000"/>
            </a:avLst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b="1" dirty="0"/>
          </a:p>
        </p:txBody>
      </p:sp>
      <p:sp>
        <p:nvSpPr>
          <p:cNvPr id="33" name="Left Brace 32">
            <a:extLst>
              <a:ext uri="{FF2B5EF4-FFF2-40B4-BE49-F238E27FC236}">
                <a16:creationId xmlns:a16="http://schemas.microsoft.com/office/drawing/2014/main" id="{2A628D6A-8FC0-0C87-7A03-F95E1D3880B3}"/>
              </a:ext>
            </a:extLst>
          </p:cNvPr>
          <p:cNvSpPr/>
          <p:nvPr/>
        </p:nvSpPr>
        <p:spPr>
          <a:xfrm rot="16200000">
            <a:off x="5517519" y="4811181"/>
            <a:ext cx="125379" cy="843515"/>
          </a:xfrm>
          <a:prstGeom prst="leftBrace">
            <a:avLst>
              <a:gd name="adj1" fmla="val 49316"/>
              <a:gd name="adj2" fmla="val 50000"/>
            </a:avLst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b="1" dirty="0"/>
          </a:p>
        </p:txBody>
      </p:sp>
      <p:sp>
        <p:nvSpPr>
          <p:cNvPr id="34" name="Left Brace 33">
            <a:extLst>
              <a:ext uri="{FF2B5EF4-FFF2-40B4-BE49-F238E27FC236}">
                <a16:creationId xmlns:a16="http://schemas.microsoft.com/office/drawing/2014/main" id="{64E94179-6C3C-7822-46A9-64EFD25F07CB}"/>
              </a:ext>
            </a:extLst>
          </p:cNvPr>
          <p:cNvSpPr/>
          <p:nvPr/>
        </p:nvSpPr>
        <p:spPr>
          <a:xfrm rot="16200000">
            <a:off x="6640696" y="4788577"/>
            <a:ext cx="125379" cy="888722"/>
          </a:xfrm>
          <a:prstGeom prst="leftBrace">
            <a:avLst>
              <a:gd name="adj1" fmla="val 49316"/>
              <a:gd name="adj2" fmla="val 50000"/>
            </a:avLst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b="1" dirty="0"/>
          </a:p>
        </p:txBody>
      </p:sp>
      <p:sp>
        <p:nvSpPr>
          <p:cNvPr id="35" name="Left Brace 34">
            <a:extLst>
              <a:ext uri="{FF2B5EF4-FFF2-40B4-BE49-F238E27FC236}">
                <a16:creationId xmlns:a16="http://schemas.microsoft.com/office/drawing/2014/main" id="{C98106EF-BDF9-27D2-D88E-4723A9DE0AE9}"/>
              </a:ext>
            </a:extLst>
          </p:cNvPr>
          <p:cNvSpPr/>
          <p:nvPr/>
        </p:nvSpPr>
        <p:spPr>
          <a:xfrm rot="16200000">
            <a:off x="7749651" y="4825404"/>
            <a:ext cx="125379" cy="815067"/>
          </a:xfrm>
          <a:prstGeom prst="leftBrace">
            <a:avLst>
              <a:gd name="adj1" fmla="val 49316"/>
              <a:gd name="adj2" fmla="val 50000"/>
            </a:avLst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2174D02-F996-2351-684C-337E41B3AEDA}"/>
              </a:ext>
            </a:extLst>
          </p:cNvPr>
          <p:cNvSpPr txBox="1"/>
          <p:nvPr/>
        </p:nvSpPr>
        <p:spPr>
          <a:xfrm>
            <a:off x="1506972" y="5307714"/>
            <a:ext cx="10911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400" b="1" dirty="0">
                <a:solidFill>
                  <a:schemeClr val="accent2">
                    <a:lumMod val="50000"/>
                  </a:schemeClr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197.70</a:t>
            </a:r>
            <a:endParaRPr lang="zh-TW" altLang="en-US" sz="1400" b="1" dirty="0">
              <a:solidFill>
                <a:schemeClr val="accent2">
                  <a:lumMod val="50000"/>
                </a:schemeClr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207563B-4B9B-5948-4A2D-EEAA5D656F3F}"/>
              </a:ext>
            </a:extLst>
          </p:cNvPr>
          <p:cNvSpPr txBox="1"/>
          <p:nvPr/>
        </p:nvSpPr>
        <p:spPr>
          <a:xfrm>
            <a:off x="2572966" y="5307714"/>
            <a:ext cx="10911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400" b="1" dirty="0">
                <a:solidFill>
                  <a:schemeClr val="accent2">
                    <a:lumMod val="50000"/>
                  </a:schemeClr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229.99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BD35B4A-56E7-249C-6623-B93DFC44E52B}"/>
              </a:ext>
            </a:extLst>
          </p:cNvPr>
          <p:cNvSpPr txBox="1"/>
          <p:nvPr/>
        </p:nvSpPr>
        <p:spPr>
          <a:xfrm>
            <a:off x="3800042" y="5307714"/>
            <a:ext cx="10911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400" b="1" dirty="0">
                <a:solidFill>
                  <a:schemeClr val="accent2">
                    <a:lumMod val="50000"/>
                  </a:schemeClr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166.29</a:t>
            </a:r>
            <a:endParaRPr lang="zh-TW" altLang="en-US" sz="1400" b="1" dirty="0">
              <a:solidFill>
                <a:schemeClr val="accent2">
                  <a:lumMod val="50000"/>
                </a:schemeClr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A199BD8-5A95-FC1A-30E6-62C521F3F142}"/>
              </a:ext>
            </a:extLst>
          </p:cNvPr>
          <p:cNvSpPr txBox="1"/>
          <p:nvPr/>
        </p:nvSpPr>
        <p:spPr>
          <a:xfrm>
            <a:off x="5024379" y="5307714"/>
            <a:ext cx="10911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400" b="1" dirty="0">
                <a:solidFill>
                  <a:schemeClr val="accent2">
                    <a:lumMod val="50000"/>
                  </a:schemeClr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326.30</a:t>
            </a:r>
            <a:endParaRPr lang="zh-TW" altLang="en-US" sz="1400" b="1" dirty="0">
              <a:solidFill>
                <a:schemeClr val="accent2">
                  <a:lumMod val="50000"/>
                </a:schemeClr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2574FE0-3A00-1607-B870-A3EE9BBE9F52}"/>
              </a:ext>
            </a:extLst>
          </p:cNvPr>
          <p:cNvSpPr txBox="1"/>
          <p:nvPr/>
        </p:nvSpPr>
        <p:spPr>
          <a:xfrm>
            <a:off x="6157821" y="5307714"/>
            <a:ext cx="10911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400" b="1" dirty="0">
                <a:solidFill>
                  <a:schemeClr val="accent2">
                    <a:lumMod val="50000"/>
                  </a:schemeClr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198.28</a:t>
            </a:r>
            <a:endParaRPr lang="zh-TW" altLang="en-US" sz="1400" b="1" dirty="0">
              <a:solidFill>
                <a:schemeClr val="accent2">
                  <a:lumMod val="50000"/>
                </a:schemeClr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3E9E833-85C2-E79C-327E-8EBDB755A04A}"/>
              </a:ext>
            </a:extLst>
          </p:cNvPr>
          <p:cNvSpPr txBox="1"/>
          <p:nvPr/>
        </p:nvSpPr>
        <p:spPr>
          <a:xfrm>
            <a:off x="7260068" y="5307714"/>
            <a:ext cx="10911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400" b="1" dirty="0">
                <a:solidFill>
                  <a:schemeClr val="accent2">
                    <a:lumMod val="50000"/>
                  </a:schemeClr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207.75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2B1C207B-F263-39C4-F15E-70EB546D1CEE}"/>
              </a:ext>
            </a:extLst>
          </p:cNvPr>
          <p:cNvCxnSpPr>
            <a:cxnSpLocks/>
          </p:cNvCxnSpPr>
          <p:nvPr/>
        </p:nvCxnSpPr>
        <p:spPr>
          <a:xfrm>
            <a:off x="3808379" y="4426085"/>
            <a:ext cx="0" cy="1371600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B621B07-B23B-551A-AD01-0577F7562320}"/>
              </a:ext>
            </a:extLst>
          </p:cNvPr>
          <p:cNvCxnSpPr>
            <a:cxnSpLocks/>
          </p:cNvCxnSpPr>
          <p:nvPr/>
        </p:nvCxnSpPr>
        <p:spPr>
          <a:xfrm>
            <a:off x="7404807" y="4426085"/>
            <a:ext cx="0" cy="1371600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0" name="Table 49">
            <a:extLst>
              <a:ext uri="{FF2B5EF4-FFF2-40B4-BE49-F238E27FC236}">
                <a16:creationId xmlns:a16="http://schemas.microsoft.com/office/drawing/2014/main" id="{F6338136-DDA8-4858-10C1-77F1D78EE463}"/>
              </a:ext>
            </a:extLst>
          </p:cNvPr>
          <p:cNvGraphicFramePr>
            <a:graphicFrameLocks noGrp="1"/>
          </p:cNvGraphicFramePr>
          <p:nvPr/>
        </p:nvGraphicFramePr>
        <p:xfrm>
          <a:off x="670322" y="1408874"/>
          <a:ext cx="8604948" cy="2898927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562291">
                  <a:extLst>
                    <a:ext uri="{9D8B030D-6E8A-4147-A177-3AD203B41FA5}">
                      <a16:colId xmlns:a16="http://schemas.microsoft.com/office/drawing/2014/main" val="215621004"/>
                    </a:ext>
                  </a:extLst>
                </a:gridCol>
                <a:gridCol w="1779778">
                  <a:extLst>
                    <a:ext uri="{9D8B030D-6E8A-4147-A177-3AD203B41FA5}">
                      <a16:colId xmlns:a16="http://schemas.microsoft.com/office/drawing/2014/main" val="3266484332"/>
                    </a:ext>
                  </a:extLst>
                </a:gridCol>
                <a:gridCol w="1639379">
                  <a:extLst>
                    <a:ext uri="{9D8B030D-6E8A-4147-A177-3AD203B41FA5}">
                      <a16:colId xmlns:a16="http://schemas.microsoft.com/office/drawing/2014/main" val="2091498931"/>
                    </a:ext>
                  </a:extLst>
                </a:gridCol>
                <a:gridCol w="1414272">
                  <a:extLst>
                    <a:ext uri="{9D8B030D-6E8A-4147-A177-3AD203B41FA5}">
                      <a16:colId xmlns:a16="http://schemas.microsoft.com/office/drawing/2014/main" val="492468603"/>
                    </a:ext>
                  </a:extLst>
                </a:gridCol>
                <a:gridCol w="1129411">
                  <a:extLst>
                    <a:ext uri="{9D8B030D-6E8A-4147-A177-3AD203B41FA5}">
                      <a16:colId xmlns:a16="http://schemas.microsoft.com/office/drawing/2014/main" val="3828321080"/>
                    </a:ext>
                  </a:extLst>
                </a:gridCol>
                <a:gridCol w="1079817">
                  <a:extLst>
                    <a:ext uri="{9D8B030D-6E8A-4147-A177-3AD203B41FA5}">
                      <a16:colId xmlns:a16="http://schemas.microsoft.com/office/drawing/2014/main" val="2190918721"/>
                    </a:ext>
                  </a:extLst>
                </a:gridCol>
              </a:tblGrid>
              <a:tr h="142953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SubRouteUID</a:t>
                      </a:r>
                      <a:endParaRPr lang="en-GB" sz="16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SubRouteName</a:t>
                      </a:r>
                      <a:endParaRPr lang="en-GB" sz="16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Stop</a:t>
                      </a:r>
                      <a:r>
                        <a:rPr lang="en-US" altLang="zh-TW" sz="16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Sequence</a:t>
                      </a:r>
                      <a:endParaRPr lang="en-GB" sz="16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FromStopID</a:t>
                      </a:r>
                      <a:endParaRPr lang="en-GB" sz="16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ToStopID</a:t>
                      </a:r>
                      <a:endParaRPr lang="en-GB" sz="16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Distance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9195354"/>
                  </a:ext>
                </a:extLst>
              </a:tr>
              <a:tr h="338607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HSZ000701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81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altLang="en-US" sz="16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NA</a:t>
                      </a:r>
                      <a:endParaRPr lang="zh-TW" altLang="en-US" sz="16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303809</a:t>
                      </a:r>
                      <a:endParaRPr lang="zh-TW" altLang="en-US" sz="16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NA</a:t>
                      </a:r>
                      <a:endParaRPr lang="zh-TW" altLang="en-US" sz="16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extLst>
                  <a:ext uri="{0D108BD9-81ED-4DB2-BD59-A6C34878D82A}">
                    <a16:rowId xmlns:a16="http://schemas.microsoft.com/office/drawing/2014/main" val="285409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HSZ000701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81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  <a:endParaRPr lang="zh-TW" altLang="en-US" sz="16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303809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303810</a:t>
                      </a:r>
                      <a:endParaRPr lang="zh-TW" altLang="en-US" sz="16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197.70</a:t>
                      </a:r>
                      <a:endParaRPr lang="zh-TW" altLang="en-US" sz="16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extLst>
                  <a:ext uri="{0D108BD9-81ED-4DB2-BD59-A6C34878D82A}">
                    <a16:rowId xmlns:a16="http://schemas.microsoft.com/office/drawing/2014/main" val="485301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HSZ000701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81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  <a:endParaRPr lang="zh-TW" altLang="en-US" sz="16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303810</a:t>
                      </a:r>
                      <a:endParaRPr lang="zh-TW" altLang="en-US" sz="16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303811</a:t>
                      </a:r>
                      <a:endParaRPr lang="zh-TW" altLang="en-US" sz="16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229.99</a:t>
                      </a:r>
                      <a:endParaRPr lang="zh-TW" altLang="en-US" sz="16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extLst>
                  <a:ext uri="{0D108BD9-81ED-4DB2-BD59-A6C34878D82A}">
                    <a16:rowId xmlns:a16="http://schemas.microsoft.com/office/drawing/2014/main" val="2045876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HSZ000701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81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  <a:endParaRPr lang="zh-TW" altLang="en-US" sz="16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303811</a:t>
                      </a:r>
                      <a:endParaRPr lang="zh-TW" altLang="en-US" sz="16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303812</a:t>
                      </a:r>
                      <a:endParaRPr lang="zh-TW" altLang="en-US" sz="16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166.29</a:t>
                      </a:r>
                      <a:endParaRPr lang="zh-TW" altLang="en-US" sz="16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extLst>
                  <a:ext uri="{0D108BD9-81ED-4DB2-BD59-A6C34878D82A}">
                    <a16:rowId xmlns:a16="http://schemas.microsoft.com/office/drawing/2014/main" val="27800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HSZ000701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81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  <a:endParaRPr lang="zh-TW" altLang="en-US" sz="16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303812</a:t>
                      </a:r>
                      <a:endParaRPr lang="zh-TW" altLang="en-US" sz="16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303813</a:t>
                      </a:r>
                      <a:endParaRPr lang="zh-TW" altLang="en-US" sz="16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326.30</a:t>
                      </a:r>
                      <a:endParaRPr lang="zh-TW" altLang="en-US" sz="16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extLst>
                  <a:ext uri="{0D108BD9-81ED-4DB2-BD59-A6C34878D82A}">
                    <a16:rowId xmlns:a16="http://schemas.microsoft.com/office/drawing/2014/main" val="9709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HSZ000701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81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</a:t>
                      </a:r>
                      <a:endParaRPr lang="zh-TW" altLang="en-US" sz="16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303813</a:t>
                      </a:r>
                      <a:endParaRPr lang="zh-TW" altLang="en-US" sz="16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303814</a:t>
                      </a:r>
                      <a:endParaRPr lang="zh-TW" altLang="en-US" sz="16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198.28</a:t>
                      </a:r>
                      <a:endParaRPr lang="zh-TW" altLang="en-US" sz="16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extLst>
                  <a:ext uri="{0D108BD9-81ED-4DB2-BD59-A6C34878D82A}">
                    <a16:rowId xmlns:a16="http://schemas.microsoft.com/office/drawing/2014/main" val="3625249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HSZ000701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81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</a:t>
                      </a:r>
                      <a:endParaRPr lang="zh-TW" altLang="en-US" sz="16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303814</a:t>
                      </a:r>
                      <a:endParaRPr lang="zh-TW" altLang="en-US" sz="16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303815</a:t>
                      </a:r>
                      <a:endParaRPr lang="zh-TW" altLang="en-US" sz="16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207.75</a:t>
                      </a:r>
                      <a:endParaRPr lang="zh-TW" altLang="en-US" sz="16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720" marR="45720" marT="15240" marB="15240" anchor="ctr"/>
                </a:tc>
                <a:extLst>
                  <a:ext uri="{0D108BD9-81ED-4DB2-BD59-A6C34878D82A}">
                    <a16:rowId xmlns:a16="http://schemas.microsoft.com/office/drawing/2014/main" val="24813961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54103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36B7946-EB6D-C606-4CD8-D073E66954D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556" b="93333" l="3904" r="44895">
                        <a14:foregroundMark x1="12613" y1="14722" x2="12613" y2="14722"/>
                        <a14:foregroundMark x1="24174" y1="10833" x2="24174" y2="10833"/>
                        <a14:foregroundMark x1="34985" y1="17500" x2="34985" y2="17500"/>
                        <a14:foregroundMark x1="24174" y1="5833" x2="24174" y2="5833"/>
                        <a14:foregroundMark x1="43544" y1="34444" x2="43544" y2="34444"/>
                        <a14:foregroundMark x1="43393" y1="58333" x2="43393" y2="58333"/>
                        <a14:foregroundMark x1="6306" y1="57222" x2="6306" y2="57222"/>
                        <a14:foregroundMark x1="7207" y1="35556" x2="7207" y2="35556"/>
                        <a14:foregroundMark x1="6757" y1="35278" x2="3904" y2="34167"/>
                        <a14:foregroundMark x1="25526" y1="81389" x2="24775" y2="90000"/>
                        <a14:foregroundMark x1="24625" y1="91111" x2="24625" y2="91944"/>
                        <a14:foregroundMark x1="24625" y1="93333" x2="24625" y2="93333"/>
                      </a14:backgroundRemoval>
                    </a14:imgEffect>
                  </a14:imgLayer>
                </a14:imgProps>
              </a:ext>
            </a:extLst>
          </a:blip>
          <a:srcRect l="1594" r="50000"/>
          <a:stretch/>
        </p:blipFill>
        <p:spPr>
          <a:xfrm rot="20375331">
            <a:off x="2458541" y="1842786"/>
            <a:ext cx="2178577" cy="2432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179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1978</TotalTime>
  <Words>1201</Words>
  <Application>Microsoft Office PowerPoint</Application>
  <PresentationFormat>Widescreen</PresentationFormat>
  <Paragraphs>615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微軟正黑體</vt:lpstr>
      <vt:lpstr>Arial</vt:lpstr>
      <vt:lpstr>Calibri</vt:lpstr>
      <vt:lpstr>Calibri Light</vt:lpstr>
      <vt:lpstr>Consolas</vt:lpstr>
      <vt:lpstr>Times New Roman</vt:lpstr>
      <vt:lpstr>Tw Cen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Chia-jung Yeh</dc:creator>
  <cp:lastModifiedBy>Chia-jung Yeh</cp:lastModifiedBy>
  <cp:revision>1</cp:revision>
  <dcterms:created xsi:type="dcterms:W3CDTF">2024-01-15T14:35:30Z</dcterms:created>
  <dcterms:modified xsi:type="dcterms:W3CDTF">2026-03-14T05:36:59Z</dcterms:modified>
</cp:coreProperties>
</file>