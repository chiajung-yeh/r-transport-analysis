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8" r:id="rId21"/>
    <p:sldId id="256" r:id="rId22"/>
    <p:sldId id="257" r:id="rId23"/>
    <p:sldId id="27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5CC3DA-F288-47C8-8AF6-DA5B2D47099C}" v="28" dt="2026-03-15T10:14:31.6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>
        <p:scale>
          <a:sx n="66" d="100"/>
          <a:sy n="66" d="100"/>
        </p:scale>
        <p:origin x="1253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redo custSel modSld">
      <pc:chgData name="Chia-jung Yeh" userId="f328d6f4-0757-42dc-943f-c4685e047ee8" providerId="ADAL" clId="{9933DEDF-4EA9-41B4-B723-57F461C3872B}" dt="2026-03-15T10:14:43.884" v="784" actId="21"/>
      <pc:docMkLst>
        <pc:docMk/>
      </pc:docMkLst>
      <pc:sldChg chg="modSp mod">
        <pc:chgData name="Chia-jung Yeh" userId="f328d6f4-0757-42dc-943f-c4685e047ee8" providerId="ADAL" clId="{9933DEDF-4EA9-41B4-B723-57F461C3872B}" dt="2026-03-14T05:36:50.241" v="327" actId="14100"/>
        <pc:sldMkLst>
          <pc:docMk/>
          <pc:sldMk cId="815722615" sldId="258"/>
        </pc:sldMkLst>
        <pc:spChg chg="mod">
          <ac:chgData name="Chia-jung Yeh" userId="f328d6f4-0757-42dc-943f-c4685e047ee8" providerId="ADAL" clId="{9933DEDF-4EA9-41B4-B723-57F461C3872B}" dt="2026-03-14T05:35:55.729" v="314" actId="1076"/>
          <ac:spMkLst>
            <pc:docMk/>
            <pc:sldMk cId="815722615" sldId="258"/>
            <ac:spMk id="4" creationId="{BBC77D55-0F30-DBCC-2F6C-34D98A790D09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1" creationId="{A6D47305-10A5-9C2F-2B1B-BC1AEAAAD62D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2" creationId="{F97AB10E-8BB9-5968-2713-89DB932E6F6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4" creationId="{E4C7D43E-543B-FF03-A619-E9AD806A670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8" creationId="{4E3A2EDE-2ED0-B844-3272-478842FFC5F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22" creationId="{305622B7-C921-99F9-129C-56F39376B51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35" creationId="{11924337-39B6-3A0E-2D7D-FD576261F3F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68" creationId="{13FF6909-C614-20B7-DC6E-64471357FFC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77" creationId="{17D1597C-50BF-35B9-0326-415582335219}"/>
          </ac:spMkLst>
        </pc:spChg>
        <pc:spChg chg="mod">
          <ac:chgData name="Chia-jung Yeh" userId="f328d6f4-0757-42dc-943f-c4685e047ee8" providerId="ADAL" clId="{9933DEDF-4EA9-41B4-B723-57F461C3872B}" dt="2026-03-14T05:36:03.739" v="326" actId="1076"/>
          <ac:spMkLst>
            <pc:docMk/>
            <pc:sldMk cId="815722615" sldId="258"/>
            <ac:spMk id="84" creationId="{D9E25D2A-AB77-3A41-D1F8-F66E2F984EBD}"/>
          </ac:spMkLst>
        </pc:spChg>
        <pc:spChg chg="mod">
          <ac:chgData name="Chia-jung Yeh" userId="f328d6f4-0757-42dc-943f-c4685e047ee8" providerId="ADAL" clId="{9933DEDF-4EA9-41B4-B723-57F461C3872B}" dt="2026-03-14T05:35:57.234" v="315" actId="1076"/>
          <ac:spMkLst>
            <pc:docMk/>
            <pc:sldMk cId="815722615" sldId="258"/>
            <ac:spMk id="90" creationId="{E12E873F-EC23-A0D0-5A82-66DBF1E15212}"/>
          </ac:spMkLst>
        </pc:spChg>
        <pc:spChg chg="mod">
          <ac:chgData name="Chia-jung Yeh" userId="f328d6f4-0757-42dc-943f-c4685e047ee8" providerId="ADAL" clId="{9933DEDF-4EA9-41B4-B723-57F461C3872B}" dt="2026-03-14T05:36:50.241" v="327" actId="14100"/>
          <ac:spMkLst>
            <pc:docMk/>
            <pc:sldMk cId="815722615" sldId="258"/>
            <ac:spMk id="102" creationId="{1A7BA670-1530-D566-ECE3-546BBB4F83C4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3" creationId="{81546DD3-1427-3952-6534-07E5535F16E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5" creationId="{A8E0EACA-F5E7-1D31-E948-E1F9D198C69F}"/>
          </ac:spMkLst>
        </pc:spChg>
      </pc:sldChg>
      <pc:sldChg chg="addSp delSp modSp mod">
        <pc:chgData name="Chia-jung Yeh" userId="f328d6f4-0757-42dc-943f-c4685e047ee8" providerId="ADAL" clId="{9933DEDF-4EA9-41B4-B723-57F461C3872B}" dt="2026-03-15T10:14:43.884" v="784" actId="21"/>
        <pc:sldMkLst>
          <pc:docMk/>
          <pc:sldMk cId="785102926" sldId="259"/>
        </pc:sldMkLst>
        <pc:spChg chg="mod">
          <ac:chgData name="Chia-jung Yeh" userId="f328d6f4-0757-42dc-943f-c4685e047ee8" providerId="ADAL" clId="{9933DEDF-4EA9-41B4-B723-57F461C3872B}" dt="2026-03-15T10:13:55.749" v="767" actId="1076"/>
          <ac:spMkLst>
            <pc:docMk/>
            <pc:sldMk cId="785102926" sldId="259"/>
            <ac:spMk id="5" creationId="{43A77795-185F-5D9E-2BBA-6323C127E0C8}"/>
          </ac:spMkLst>
        </pc:spChg>
        <pc:spChg chg="mod">
          <ac:chgData name="Chia-jung Yeh" userId="f328d6f4-0757-42dc-943f-c4685e047ee8" providerId="ADAL" clId="{9933DEDF-4EA9-41B4-B723-57F461C3872B}" dt="2026-03-15T10:14:16.294" v="773" actId="1076"/>
          <ac:spMkLst>
            <pc:docMk/>
            <pc:sldMk cId="785102926" sldId="259"/>
            <ac:spMk id="8" creationId="{E63FD094-4CE2-0484-974C-F6CD1E75EBE5}"/>
          </ac:spMkLst>
        </pc:spChg>
        <pc:spChg chg="mod">
          <ac:chgData name="Chia-jung Yeh" userId="f328d6f4-0757-42dc-943f-c4685e047ee8" providerId="ADAL" clId="{9933DEDF-4EA9-41B4-B723-57F461C3872B}" dt="2026-03-15T10:12:54.212" v="681" actId="20577"/>
          <ac:spMkLst>
            <pc:docMk/>
            <pc:sldMk cId="785102926" sldId="259"/>
            <ac:spMk id="9" creationId="{8612F0BB-2F63-9D0E-0D74-5BC4893BC89D}"/>
          </ac:spMkLst>
        </pc:spChg>
        <pc:spChg chg="mod">
          <ac:chgData name="Chia-jung Yeh" userId="f328d6f4-0757-42dc-943f-c4685e047ee8" providerId="ADAL" clId="{9933DEDF-4EA9-41B4-B723-57F461C3872B}" dt="2026-03-15T10:13:03.985" v="700" actId="20577"/>
          <ac:spMkLst>
            <pc:docMk/>
            <pc:sldMk cId="785102926" sldId="259"/>
            <ac:spMk id="10" creationId="{8D0BF93F-7590-BCE1-021C-E2C41098D084}"/>
          </ac:spMkLst>
        </pc:spChg>
        <pc:spChg chg="mod">
          <ac:chgData name="Chia-jung Yeh" userId="f328d6f4-0757-42dc-943f-c4685e047ee8" providerId="ADAL" clId="{9933DEDF-4EA9-41B4-B723-57F461C3872B}" dt="2026-03-15T10:13:11.550" v="712" actId="1076"/>
          <ac:spMkLst>
            <pc:docMk/>
            <pc:sldMk cId="785102926" sldId="259"/>
            <ac:spMk id="11" creationId="{D82870E0-E221-6818-CD41-27FDFD866C67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2" creationId="{C03DD843-5F02-9C43-5C76-02C2C80514BC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3" creationId="{BCB79A57-B0AD-440B-9400-3A00A5E05D96}"/>
          </ac:spMkLst>
        </pc:spChg>
        <pc:spChg chg="mod">
          <ac:chgData name="Chia-jung Yeh" userId="f328d6f4-0757-42dc-943f-c4685e047ee8" providerId="ADAL" clId="{9933DEDF-4EA9-41B4-B723-57F461C3872B}" dt="2026-03-15T10:13:35.822" v="739" actId="20577"/>
          <ac:spMkLst>
            <pc:docMk/>
            <pc:sldMk cId="785102926" sldId="259"/>
            <ac:spMk id="14" creationId="{E31B8DCA-10F1-4131-BF33-5F67E83EF3F7}"/>
          </ac:spMkLst>
        </pc:spChg>
        <pc:spChg chg="mod">
          <ac:chgData name="Chia-jung Yeh" userId="f328d6f4-0757-42dc-943f-c4685e047ee8" providerId="ADAL" clId="{9933DEDF-4EA9-41B4-B723-57F461C3872B}" dt="2026-03-15T10:14:23.687" v="779" actId="20577"/>
          <ac:spMkLst>
            <pc:docMk/>
            <pc:sldMk cId="785102926" sldId="259"/>
            <ac:spMk id="15" creationId="{CE55C836-2983-3DDE-4F96-97B66D69B74D}"/>
          </ac:spMkLst>
        </pc:spChg>
        <pc:spChg chg="mod">
          <ac:chgData name="Chia-jung Yeh" userId="f328d6f4-0757-42dc-943f-c4685e047ee8" providerId="ADAL" clId="{9933DEDF-4EA9-41B4-B723-57F461C3872B}" dt="2026-03-15T10:14:26.188" v="780"/>
          <ac:spMkLst>
            <pc:docMk/>
            <pc:sldMk cId="785102926" sldId="259"/>
            <ac:spMk id="16" creationId="{7FED32BB-1FDC-5568-B088-7439F3A467A1}"/>
          </ac:spMkLst>
        </pc:spChg>
        <pc:spChg chg="mod">
          <ac:chgData name="Chia-jung Yeh" userId="f328d6f4-0757-42dc-943f-c4685e047ee8" providerId="ADAL" clId="{9933DEDF-4EA9-41B4-B723-57F461C3872B}" dt="2026-03-15T10:14:26.704" v="781"/>
          <ac:spMkLst>
            <pc:docMk/>
            <pc:sldMk cId="785102926" sldId="259"/>
            <ac:spMk id="17" creationId="{DC763014-05F8-6DC3-2922-010703D1D79F}"/>
          </ac:spMkLst>
        </pc:spChg>
        <pc:spChg chg="mod">
          <ac:chgData name="Chia-jung Yeh" userId="f328d6f4-0757-42dc-943f-c4685e047ee8" providerId="ADAL" clId="{9933DEDF-4EA9-41B4-B723-57F461C3872B}" dt="2026-03-15T10:14:28.130" v="782"/>
          <ac:spMkLst>
            <pc:docMk/>
            <pc:sldMk cId="785102926" sldId="259"/>
            <ac:spMk id="18" creationId="{1684352A-A986-D143-8A15-D61E5AC0374F}"/>
          </ac:spMkLst>
        </pc:spChg>
        <pc:spChg chg="mod">
          <ac:chgData name="Chia-jung Yeh" userId="f328d6f4-0757-42dc-943f-c4685e047ee8" providerId="ADAL" clId="{9933DEDF-4EA9-41B4-B723-57F461C3872B}" dt="2026-03-15T10:13:12.883" v="714" actId="1076"/>
          <ac:spMkLst>
            <pc:docMk/>
            <pc:sldMk cId="785102926" sldId="259"/>
            <ac:spMk id="19" creationId="{0691F48B-8C4C-CCCD-3D7C-D80AD45F97D3}"/>
          </ac:spMkLst>
        </pc:spChg>
        <pc:graphicFrameChg chg="modGraphic">
          <ac:chgData name="Chia-jung Yeh" userId="f328d6f4-0757-42dc-943f-c4685e047ee8" providerId="ADAL" clId="{9933DEDF-4EA9-41B4-B723-57F461C3872B}" dt="2026-03-15T10:12:39.536" v="670" actId="2711"/>
          <ac:graphicFrameMkLst>
            <pc:docMk/>
            <pc:sldMk cId="785102926" sldId="259"/>
            <ac:graphicFrameMk id="4" creationId="{6EC19FE2-D45B-1742-76B4-18E464C8FC08}"/>
          </ac:graphicFrameMkLst>
        </pc:graphicFrameChg>
        <pc:picChg chg="add del">
          <ac:chgData name="Chia-jung Yeh" userId="f328d6f4-0757-42dc-943f-c4685e047ee8" providerId="ADAL" clId="{9933DEDF-4EA9-41B4-B723-57F461C3872B}" dt="2026-03-15T10:14:43.884" v="784" actId="21"/>
          <ac:picMkLst>
            <pc:docMk/>
            <pc:sldMk cId="785102926" sldId="259"/>
            <ac:picMk id="2" creationId="{A43B33EC-91FB-8BB5-1F1C-73EFB806FBAD}"/>
          </ac:picMkLst>
        </pc:picChg>
      </pc:sldChg>
      <pc:sldChg chg="modSp mod">
        <pc:chgData name="Chia-jung Yeh" userId="f328d6f4-0757-42dc-943f-c4685e047ee8" providerId="ADAL" clId="{9933DEDF-4EA9-41B4-B723-57F461C3872B}" dt="2026-03-14T14:51:57.127" v="577" actId="1076"/>
        <pc:sldMkLst>
          <pc:docMk/>
          <pc:sldMk cId="3018927091" sldId="260"/>
        </pc:sldMkLst>
        <pc:spChg chg="mod">
          <ac:chgData name="Chia-jung Yeh" userId="f328d6f4-0757-42dc-943f-c4685e047ee8" providerId="ADAL" clId="{9933DEDF-4EA9-41B4-B723-57F461C3872B}" dt="2026-03-14T14:47:55.440" v="388" actId="20577"/>
          <ac:spMkLst>
            <pc:docMk/>
            <pc:sldMk cId="3018927091" sldId="260"/>
            <ac:spMk id="4" creationId="{757B86FA-CB5C-F120-1D54-AEFE100996CD}"/>
          </ac:spMkLst>
        </pc:spChg>
        <pc:spChg chg="mod">
          <ac:chgData name="Chia-jung Yeh" userId="f328d6f4-0757-42dc-943f-c4685e047ee8" providerId="ADAL" clId="{9933DEDF-4EA9-41B4-B723-57F461C3872B}" dt="2026-03-14T14:47:58.920" v="389"/>
          <ac:spMkLst>
            <pc:docMk/>
            <pc:sldMk cId="3018927091" sldId="260"/>
            <ac:spMk id="5" creationId="{67783CE1-FE03-6286-345D-656C0875150C}"/>
          </ac:spMkLst>
        </pc:spChg>
        <pc:spChg chg="mod">
          <ac:chgData name="Chia-jung Yeh" userId="f328d6f4-0757-42dc-943f-c4685e047ee8" providerId="ADAL" clId="{9933DEDF-4EA9-41B4-B723-57F461C3872B}" dt="2026-03-14T14:48:02.269" v="392"/>
          <ac:spMkLst>
            <pc:docMk/>
            <pc:sldMk cId="3018927091" sldId="260"/>
            <ac:spMk id="6" creationId="{73C55D7F-3110-51C4-F9D5-ECB30B61AFC7}"/>
          </ac:spMkLst>
        </pc:spChg>
        <pc:spChg chg="mod">
          <ac:chgData name="Chia-jung Yeh" userId="f328d6f4-0757-42dc-943f-c4685e047ee8" providerId="ADAL" clId="{9933DEDF-4EA9-41B4-B723-57F461C3872B}" dt="2026-03-14T14:48:04.717" v="393"/>
          <ac:spMkLst>
            <pc:docMk/>
            <pc:sldMk cId="3018927091" sldId="260"/>
            <ac:spMk id="7" creationId="{7B26B4CD-0F00-CDC8-8EEF-375A5077D2FE}"/>
          </ac:spMkLst>
        </pc:spChg>
        <pc:spChg chg="mod">
          <ac:chgData name="Chia-jung Yeh" userId="f328d6f4-0757-42dc-943f-c4685e047ee8" providerId="ADAL" clId="{9933DEDF-4EA9-41B4-B723-57F461C3872B}" dt="2026-03-14T14:48:06.044" v="394"/>
          <ac:spMkLst>
            <pc:docMk/>
            <pc:sldMk cId="3018927091" sldId="260"/>
            <ac:spMk id="8" creationId="{04041186-2817-2599-83DE-1D34511F2B63}"/>
          </ac:spMkLst>
        </pc:spChg>
        <pc:spChg chg="mod">
          <ac:chgData name="Chia-jung Yeh" userId="f328d6f4-0757-42dc-943f-c4685e047ee8" providerId="ADAL" clId="{9933DEDF-4EA9-41B4-B723-57F461C3872B}" dt="2026-03-14T14:48:07.056" v="395"/>
          <ac:spMkLst>
            <pc:docMk/>
            <pc:sldMk cId="3018927091" sldId="260"/>
            <ac:spMk id="9" creationId="{A4B08341-DD4C-C44C-E15A-50C317BF60A2}"/>
          </ac:spMkLst>
        </pc:spChg>
        <pc:spChg chg="mod">
          <ac:chgData name="Chia-jung Yeh" userId="f328d6f4-0757-42dc-943f-c4685e047ee8" providerId="ADAL" clId="{9933DEDF-4EA9-41B4-B723-57F461C3872B}" dt="2026-03-14T14:48:08.254" v="396"/>
          <ac:spMkLst>
            <pc:docMk/>
            <pc:sldMk cId="3018927091" sldId="260"/>
            <ac:spMk id="10" creationId="{48C68045-ED2B-1FE9-2BEC-E62BDA9A29F8}"/>
          </ac:spMkLst>
        </pc:spChg>
        <pc:spChg chg="mod">
          <ac:chgData name="Chia-jung Yeh" userId="f328d6f4-0757-42dc-943f-c4685e047ee8" providerId="ADAL" clId="{9933DEDF-4EA9-41B4-B723-57F461C3872B}" dt="2026-03-14T14:51:48.241" v="572" actId="1076"/>
          <ac:spMkLst>
            <pc:docMk/>
            <pc:sldMk cId="3018927091" sldId="260"/>
            <ac:spMk id="11" creationId="{7F4567F0-5AB4-6E88-B088-FBCC08EE6D14}"/>
          </ac:spMkLst>
        </pc:spChg>
        <pc:spChg chg="mod">
          <ac:chgData name="Chia-jung Yeh" userId="f328d6f4-0757-42dc-943f-c4685e047ee8" providerId="ADAL" clId="{9933DEDF-4EA9-41B4-B723-57F461C3872B}" dt="2026-03-14T14:49:43.239" v="492" actId="20577"/>
          <ac:spMkLst>
            <pc:docMk/>
            <pc:sldMk cId="3018927091" sldId="260"/>
            <ac:spMk id="13" creationId="{2E41B308-A8B6-0A29-A1F4-95136DDDBE39}"/>
          </ac:spMkLst>
        </pc:spChg>
        <pc:spChg chg="mod">
          <ac:chgData name="Chia-jung Yeh" userId="f328d6f4-0757-42dc-943f-c4685e047ee8" providerId="ADAL" clId="{9933DEDF-4EA9-41B4-B723-57F461C3872B}" dt="2026-03-14T14:49:49.349" v="510" actId="20577"/>
          <ac:spMkLst>
            <pc:docMk/>
            <pc:sldMk cId="3018927091" sldId="260"/>
            <ac:spMk id="14" creationId="{EB865D52-F255-01B6-8183-A2C7715CA419}"/>
          </ac:spMkLst>
        </pc:spChg>
        <pc:spChg chg="mod">
          <ac:chgData name="Chia-jung Yeh" userId="f328d6f4-0757-42dc-943f-c4685e047ee8" providerId="ADAL" clId="{9933DEDF-4EA9-41B4-B723-57F461C3872B}" dt="2026-03-14T14:49:00.964" v="455" actId="20577"/>
          <ac:spMkLst>
            <pc:docMk/>
            <pc:sldMk cId="3018927091" sldId="260"/>
            <ac:spMk id="15" creationId="{BFED1BA9-A50F-D721-5125-976999A36DB7}"/>
          </ac:spMkLst>
        </pc:spChg>
        <pc:spChg chg="mod">
          <ac:chgData name="Chia-jung Yeh" userId="f328d6f4-0757-42dc-943f-c4685e047ee8" providerId="ADAL" clId="{9933DEDF-4EA9-41B4-B723-57F461C3872B}" dt="2026-03-14T14:49:52.234" v="517" actId="20577"/>
          <ac:spMkLst>
            <pc:docMk/>
            <pc:sldMk cId="3018927091" sldId="260"/>
            <ac:spMk id="16" creationId="{651BA589-B719-6DEA-DB29-DCFBA56DD3E0}"/>
          </ac:spMkLst>
        </pc:spChg>
        <pc:spChg chg="mod">
          <ac:chgData name="Chia-jung Yeh" userId="f328d6f4-0757-42dc-943f-c4685e047ee8" providerId="ADAL" clId="{9933DEDF-4EA9-41B4-B723-57F461C3872B}" dt="2026-03-14T14:49:54.283" v="518" actId="20577"/>
          <ac:spMkLst>
            <pc:docMk/>
            <pc:sldMk cId="3018927091" sldId="260"/>
            <ac:spMk id="17" creationId="{5CBE4FC4-CAB1-AB81-9990-CA5AA777BE4C}"/>
          </ac:spMkLst>
        </pc:spChg>
        <pc:spChg chg="mod">
          <ac:chgData name="Chia-jung Yeh" userId="f328d6f4-0757-42dc-943f-c4685e047ee8" providerId="ADAL" clId="{9933DEDF-4EA9-41B4-B723-57F461C3872B}" dt="2026-03-14T14:49:58.872" v="530" actId="20577"/>
          <ac:spMkLst>
            <pc:docMk/>
            <pc:sldMk cId="3018927091" sldId="260"/>
            <ac:spMk id="18" creationId="{A936233C-4F64-EC64-88C1-82DAA3F2A0AC}"/>
          </ac:spMkLst>
        </pc:spChg>
        <pc:spChg chg="mod">
          <ac:chgData name="Chia-jung Yeh" userId="f328d6f4-0757-42dc-943f-c4685e047ee8" providerId="ADAL" clId="{9933DEDF-4EA9-41B4-B723-57F461C3872B}" dt="2026-03-14T14:50:06.341" v="534" actId="20577"/>
          <ac:spMkLst>
            <pc:docMk/>
            <pc:sldMk cId="3018927091" sldId="260"/>
            <ac:spMk id="19" creationId="{A0A41AAD-0251-17CE-2644-FC15B75BC2EC}"/>
          </ac:spMkLst>
        </pc:spChg>
        <pc:spChg chg="mod">
          <ac:chgData name="Chia-jung Yeh" userId="f328d6f4-0757-42dc-943f-c4685e047ee8" providerId="ADAL" clId="{9933DEDF-4EA9-41B4-B723-57F461C3872B}" dt="2026-03-14T14:51:51.697" v="575" actId="1076"/>
          <ac:spMkLst>
            <pc:docMk/>
            <pc:sldMk cId="3018927091" sldId="260"/>
            <ac:spMk id="20" creationId="{56486791-0A2D-4602-BB81-8D3BA55B936B}"/>
          </ac:spMkLst>
        </pc:spChg>
        <pc:spChg chg="mod">
          <ac:chgData name="Chia-jung Yeh" userId="f328d6f4-0757-42dc-943f-c4685e047ee8" providerId="ADAL" clId="{9933DEDF-4EA9-41B4-B723-57F461C3872B}" dt="2026-03-14T14:51:57.127" v="577" actId="1076"/>
          <ac:spMkLst>
            <pc:docMk/>
            <pc:sldMk cId="3018927091" sldId="260"/>
            <ac:spMk id="21" creationId="{6FF14040-AA58-7D5C-AFF8-27C5B621EB52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0" creationId="{3FB4576E-82A2-D23A-9EB3-07A5830C2871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1" creationId="{A30AE513-F218-76B9-153E-D2D1387E9028}"/>
          </ac:spMkLst>
        </pc:spChg>
        <pc:spChg chg="mod">
          <ac:chgData name="Chia-jung Yeh" userId="f328d6f4-0757-42dc-943f-c4685e047ee8" providerId="ADAL" clId="{9933DEDF-4EA9-41B4-B723-57F461C3872B}" dt="2026-03-14T14:50:53.961" v="561" actId="20577"/>
          <ac:spMkLst>
            <pc:docMk/>
            <pc:sldMk cId="3018927091" sldId="260"/>
            <ac:spMk id="32" creationId="{A8E45D74-E628-EAB1-718F-7A35F350C7C1}"/>
          </ac:spMkLst>
        </pc:spChg>
        <pc:spChg chg="mod">
          <ac:chgData name="Chia-jung Yeh" userId="f328d6f4-0757-42dc-943f-c4685e047ee8" providerId="ADAL" clId="{9933DEDF-4EA9-41B4-B723-57F461C3872B}" dt="2026-03-14T14:50:51.337" v="559" actId="20577"/>
          <ac:spMkLst>
            <pc:docMk/>
            <pc:sldMk cId="3018927091" sldId="260"/>
            <ac:spMk id="33" creationId="{C77E855E-546F-0344-ED0A-11356F8D21D2}"/>
          </ac:spMkLst>
        </pc:spChg>
        <pc:spChg chg="mod">
          <ac:chgData name="Chia-jung Yeh" userId="f328d6f4-0757-42dc-943f-c4685e047ee8" providerId="ADAL" clId="{9933DEDF-4EA9-41B4-B723-57F461C3872B}" dt="2026-03-14T14:50:49.918" v="557" actId="20577"/>
          <ac:spMkLst>
            <pc:docMk/>
            <pc:sldMk cId="3018927091" sldId="260"/>
            <ac:spMk id="34" creationId="{17759377-8B9E-ACBD-8E6F-70946DA02F03}"/>
          </ac:spMkLst>
        </pc:spChg>
        <pc:spChg chg="mod">
          <ac:chgData name="Chia-jung Yeh" userId="f328d6f4-0757-42dc-943f-c4685e047ee8" providerId="ADAL" clId="{9933DEDF-4EA9-41B4-B723-57F461C3872B}" dt="2026-03-14T14:50:56.713" v="562" actId="20577"/>
          <ac:spMkLst>
            <pc:docMk/>
            <pc:sldMk cId="3018927091" sldId="260"/>
            <ac:spMk id="35" creationId="{FDB5445B-AE90-DA88-EEEB-26B19D00711A}"/>
          </ac:spMkLst>
        </pc:spChg>
        <pc:spChg chg="mod">
          <ac:chgData name="Chia-jung Yeh" userId="f328d6f4-0757-42dc-943f-c4685e047ee8" providerId="ADAL" clId="{9933DEDF-4EA9-41B4-B723-57F461C3872B}" dt="2026-03-14T14:50:58.994" v="563" actId="20577"/>
          <ac:spMkLst>
            <pc:docMk/>
            <pc:sldMk cId="3018927091" sldId="260"/>
            <ac:spMk id="36" creationId="{67B4526C-C676-5F4D-C9A4-34F68EF7A980}"/>
          </ac:spMkLst>
        </pc:spChg>
        <pc:spChg chg="mod">
          <ac:chgData name="Chia-jung Yeh" userId="f328d6f4-0757-42dc-943f-c4685e047ee8" providerId="ADAL" clId="{9933DEDF-4EA9-41B4-B723-57F461C3872B}" dt="2026-03-14T14:51:34.452" v="570" actId="20577"/>
          <ac:spMkLst>
            <pc:docMk/>
            <pc:sldMk cId="3018927091" sldId="260"/>
            <ac:spMk id="44" creationId="{3764CF4F-A595-5118-C971-B4BC5B560BB2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5" creationId="{846ED376-CDFA-F388-7739-7D3C03A92917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6" creationId="{ED229977-340D-B0B6-8AB1-5961C6F6ADD0}"/>
          </ac:spMkLst>
        </pc:spChg>
        <pc:spChg chg="mod">
          <ac:chgData name="Chia-jung Yeh" userId="f328d6f4-0757-42dc-943f-c4685e047ee8" providerId="ADAL" clId="{9933DEDF-4EA9-41B4-B723-57F461C3872B}" dt="2026-03-14T14:48:39.660" v="450" actId="20577"/>
          <ac:spMkLst>
            <pc:docMk/>
            <pc:sldMk cId="3018927091" sldId="260"/>
            <ac:spMk id="47" creationId="{CBDA6ED4-FF9C-B4D3-B9E8-48191E3BBF33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8" creationId="{7A55A224-38FD-ACD9-53D0-C2B80DFBBAFA}"/>
          </ac:spMkLst>
        </pc:spChg>
        <pc:spChg chg="mod">
          <ac:chgData name="Chia-jung Yeh" userId="f328d6f4-0757-42dc-943f-c4685e047ee8" providerId="ADAL" clId="{9933DEDF-4EA9-41B4-B723-57F461C3872B}" dt="2026-03-14T14:51:25.620" v="568" actId="14100"/>
          <ac:spMkLst>
            <pc:docMk/>
            <pc:sldMk cId="3018927091" sldId="260"/>
            <ac:spMk id="49" creationId="{37A06576-B51E-C770-ED4C-08254A1D4BED}"/>
          </ac:spMkLst>
        </pc:spChg>
        <pc:cxnChg chg="mod">
          <ac:chgData name="Chia-jung Yeh" userId="f328d6f4-0757-42dc-943f-c4685e047ee8" providerId="ADAL" clId="{9933DEDF-4EA9-41B4-B723-57F461C3872B}" dt="2026-03-14T14:49:43.239" v="492" actId="20577"/>
          <ac:cxnSpMkLst>
            <pc:docMk/>
            <pc:sldMk cId="3018927091" sldId="260"/>
            <ac:cxnSpMk id="22" creationId="{657BB868-070E-E6FE-46AA-0966F4A25B40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23" creationId="{987558F2-B1E8-28CD-CE9F-A31450F2B835}"/>
          </ac:cxnSpMkLst>
        </pc:cxnChg>
        <pc:cxnChg chg="mod">
          <ac:chgData name="Chia-jung Yeh" userId="f328d6f4-0757-42dc-943f-c4685e047ee8" providerId="ADAL" clId="{9933DEDF-4EA9-41B4-B723-57F461C3872B}" dt="2026-03-14T14:49:00.964" v="455" actId="20577"/>
          <ac:cxnSpMkLst>
            <pc:docMk/>
            <pc:sldMk cId="3018927091" sldId="260"/>
            <ac:cxnSpMk id="24" creationId="{CB8510BC-FAF7-BBD8-EB3E-2916CF6ECA69}"/>
          </ac:cxnSpMkLst>
        </pc:cxnChg>
        <pc:cxnChg chg="mod">
          <ac:chgData name="Chia-jung Yeh" userId="f328d6f4-0757-42dc-943f-c4685e047ee8" providerId="ADAL" clId="{9933DEDF-4EA9-41B4-B723-57F461C3872B}" dt="2026-03-14T14:49:52.234" v="517" actId="20577"/>
          <ac:cxnSpMkLst>
            <pc:docMk/>
            <pc:sldMk cId="3018927091" sldId="260"/>
            <ac:cxnSpMk id="25" creationId="{CB31A691-6578-4EE7-EC3C-8D1279D2DF0B}"/>
          </ac:cxnSpMkLst>
        </pc:cxnChg>
        <pc:cxnChg chg="mod">
          <ac:chgData name="Chia-jung Yeh" userId="f328d6f4-0757-42dc-943f-c4685e047ee8" providerId="ADAL" clId="{9933DEDF-4EA9-41B4-B723-57F461C3872B}" dt="2026-03-14T14:49:54.283" v="518" actId="20577"/>
          <ac:cxnSpMkLst>
            <pc:docMk/>
            <pc:sldMk cId="3018927091" sldId="260"/>
            <ac:cxnSpMk id="26" creationId="{08033F8E-22CD-79E4-5BD5-AA515AC33437}"/>
          </ac:cxnSpMkLst>
        </pc:cxnChg>
        <pc:cxnChg chg="mod">
          <ac:chgData name="Chia-jung Yeh" userId="f328d6f4-0757-42dc-943f-c4685e047ee8" providerId="ADAL" clId="{9933DEDF-4EA9-41B4-B723-57F461C3872B}" dt="2026-03-14T14:49:58.872" v="530" actId="20577"/>
          <ac:cxnSpMkLst>
            <pc:docMk/>
            <pc:sldMk cId="3018927091" sldId="260"/>
            <ac:cxnSpMk id="27" creationId="{C6889851-E581-2224-976C-61427CFFE05E}"/>
          </ac:cxnSpMkLst>
        </pc:cxnChg>
        <pc:cxnChg chg="mod">
          <ac:chgData name="Chia-jung Yeh" userId="f328d6f4-0757-42dc-943f-c4685e047ee8" providerId="ADAL" clId="{9933DEDF-4EA9-41B4-B723-57F461C3872B}" dt="2026-03-14T14:50:06.341" v="534" actId="20577"/>
          <ac:cxnSpMkLst>
            <pc:docMk/>
            <pc:sldMk cId="3018927091" sldId="260"/>
            <ac:cxnSpMk id="28" creationId="{4000A893-129F-8400-65CF-5C4B20ECEE23}"/>
          </ac:cxnSpMkLst>
        </pc:cxnChg>
        <pc:cxnChg chg="mod">
          <ac:chgData name="Chia-jung Yeh" userId="f328d6f4-0757-42dc-943f-c4685e047ee8" providerId="ADAL" clId="{9933DEDF-4EA9-41B4-B723-57F461C3872B}" dt="2026-03-14T14:50:36.095" v="547" actId="1076"/>
          <ac:cxnSpMkLst>
            <pc:docMk/>
            <pc:sldMk cId="3018927091" sldId="260"/>
            <ac:cxnSpMk id="29" creationId="{79CFE312-BE44-AF33-4F5E-97CE77B89F64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37" creationId="{6B28A112-FCDD-34D2-6245-33679C55B31D}"/>
          </ac:cxnSpMkLst>
        </pc:cxnChg>
        <pc:cxnChg chg="mod">
          <ac:chgData name="Chia-jung Yeh" userId="f328d6f4-0757-42dc-943f-c4685e047ee8" providerId="ADAL" clId="{9933DEDF-4EA9-41B4-B723-57F461C3872B}" dt="2026-03-14T14:50:53.961" v="561" actId="20577"/>
          <ac:cxnSpMkLst>
            <pc:docMk/>
            <pc:sldMk cId="3018927091" sldId="260"/>
            <ac:cxnSpMk id="38" creationId="{971D34D9-1BA9-F5B5-2830-2D0056B1D795}"/>
          </ac:cxnSpMkLst>
        </pc:cxnChg>
        <pc:cxnChg chg="mod">
          <ac:chgData name="Chia-jung Yeh" userId="f328d6f4-0757-42dc-943f-c4685e047ee8" providerId="ADAL" clId="{9933DEDF-4EA9-41B4-B723-57F461C3872B}" dt="2026-03-14T14:50:51.337" v="559" actId="20577"/>
          <ac:cxnSpMkLst>
            <pc:docMk/>
            <pc:sldMk cId="3018927091" sldId="260"/>
            <ac:cxnSpMk id="39" creationId="{5B25DC1F-6222-F7D3-DE6E-9C1A3E66E66E}"/>
          </ac:cxnSpMkLst>
        </pc:cxnChg>
        <pc:cxnChg chg="mod">
          <ac:chgData name="Chia-jung Yeh" userId="f328d6f4-0757-42dc-943f-c4685e047ee8" providerId="ADAL" clId="{9933DEDF-4EA9-41B4-B723-57F461C3872B}" dt="2026-03-14T14:50:49.918" v="557" actId="20577"/>
          <ac:cxnSpMkLst>
            <pc:docMk/>
            <pc:sldMk cId="3018927091" sldId="260"/>
            <ac:cxnSpMk id="40" creationId="{9D0884E7-8AA3-92A0-97E5-658127DFD4FB}"/>
          </ac:cxnSpMkLst>
        </pc:cxnChg>
        <pc:cxnChg chg="mod">
          <ac:chgData name="Chia-jung Yeh" userId="f328d6f4-0757-42dc-943f-c4685e047ee8" providerId="ADAL" clId="{9933DEDF-4EA9-41B4-B723-57F461C3872B}" dt="2026-03-14T14:50:56.713" v="562" actId="20577"/>
          <ac:cxnSpMkLst>
            <pc:docMk/>
            <pc:sldMk cId="3018927091" sldId="260"/>
            <ac:cxnSpMk id="41" creationId="{8023461F-C77A-6455-17B6-22E8AD97FC5F}"/>
          </ac:cxnSpMkLst>
        </pc:cxnChg>
        <pc:cxnChg chg="mod">
          <ac:chgData name="Chia-jung Yeh" userId="f328d6f4-0757-42dc-943f-c4685e047ee8" providerId="ADAL" clId="{9933DEDF-4EA9-41B4-B723-57F461C3872B}" dt="2026-03-14T14:50:58.994" v="563" actId="20577"/>
          <ac:cxnSpMkLst>
            <pc:docMk/>
            <pc:sldMk cId="3018927091" sldId="260"/>
            <ac:cxnSpMk id="42" creationId="{46D5B397-E6D7-83A3-8BF7-0B0E7290E555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picChg chg="add del mod modCrop">
          <ac:chgData name="Chia-jung Yeh" userId="f328d6f4-0757-42dc-943f-c4685e047ee8" providerId="ADAL" clId="{9933DEDF-4EA9-41B4-B723-57F461C3872B}" dt="2026-03-14T03:58:02.805" v="188" actId="21"/>
          <ac:picMkLst>
            <pc:docMk/>
            <pc:sldMk cId="683953178" sldId="261"/>
            <ac:picMk id="2" creationId="{8983B5C0-9A20-7002-4E50-46BEC515E259}"/>
          </ac:picMkLst>
        </pc:pic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5T04:53:39.041" v="667" actId="1076"/>
        <pc:sldMkLst>
          <pc:docMk/>
          <pc:sldMk cId="3709921384" sldId="263"/>
        </pc:sldMkLst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4" creationId="{ED158466-DFF1-670C-CD14-3ED7516F4527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2" creationId="{EA5D1BE6-EE62-2EE4-5132-8C200C16C200}"/>
          </ac:spMkLst>
        </pc:spChg>
        <pc:spChg chg="add mod">
          <ac:chgData name="Chia-jung Yeh" userId="f328d6f4-0757-42dc-943f-c4685e047ee8" providerId="ADAL" clId="{9933DEDF-4EA9-41B4-B723-57F461C3872B}" dt="2026-03-15T04:51:25.977" v="613"/>
          <ac:spMkLst>
            <pc:docMk/>
            <pc:sldMk cId="3709921384" sldId="263"/>
            <ac:spMk id="13" creationId="{5A7A4861-F3CF-9817-624F-2026573104CF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4" creationId="{DD80A006-F530-F0EA-6C03-83DE9A3CD33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5" creationId="{98FF8682-5209-80E5-7DF5-5198DABEA99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6" creationId="{657C9546-C397-73D6-F9A0-A778BAB58971}"/>
          </ac:spMkLst>
        </pc:spChg>
        <pc:spChg chg="add mod">
          <ac:chgData name="Chia-jung Yeh" userId="f328d6f4-0757-42dc-943f-c4685e047ee8" providerId="ADAL" clId="{9933DEDF-4EA9-41B4-B723-57F461C3872B}" dt="2026-03-15T04:52:55.516" v="646" actId="1076"/>
          <ac:spMkLst>
            <pc:docMk/>
            <pc:sldMk cId="3709921384" sldId="263"/>
            <ac:spMk id="18" creationId="{C7950D82-D53D-174D-BF5B-D3962DF6D532}"/>
          </ac:spMkLst>
        </pc:spChg>
        <pc:spChg chg="mod">
          <ac:chgData name="Chia-jung Yeh" userId="f328d6f4-0757-42dc-943f-c4685e047ee8" providerId="ADAL" clId="{9933DEDF-4EA9-41B4-B723-57F461C3872B}" dt="2026-03-15T04:53:00.144" v="650" actId="21"/>
          <ac:spMkLst>
            <pc:docMk/>
            <pc:sldMk cId="3709921384" sldId="263"/>
            <ac:spMk id="20" creationId="{3309C5BF-3590-9976-9CA9-D67EB6F61330}"/>
          </ac:spMkLst>
        </pc:spChg>
        <pc:spChg chg="add mod">
          <ac:chgData name="Chia-jung Yeh" userId="f328d6f4-0757-42dc-943f-c4685e047ee8" providerId="ADAL" clId="{9933DEDF-4EA9-41B4-B723-57F461C3872B}" dt="2026-03-15T04:53:03.741" v="651" actId="571"/>
          <ac:spMkLst>
            <pc:docMk/>
            <pc:sldMk cId="3709921384" sldId="263"/>
            <ac:spMk id="21" creationId="{B07DA621-FB24-3702-036B-1BAA92F0C6CF}"/>
          </ac:spMkLst>
        </pc:spChg>
        <pc:spChg chg="add mod">
          <ac:chgData name="Chia-jung Yeh" userId="f328d6f4-0757-42dc-943f-c4685e047ee8" providerId="ADAL" clId="{9933DEDF-4EA9-41B4-B723-57F461C3872B}" dt="2026-03-15T04:53:11.666" v="653" actId="1076"/>
          <ac:spMkLst>
            <pc:docMk/>
            <pc:sldMk cId="3709921384" sldId="263"/>
            <ac:spMk id="22" creationId="{2839C2B0-9378-7D57-4FA9-3FDEC47F5F87}"/>
          </ac:spMkLst>
        </pc:spChg>
        <pc:spChg chg="add del mod">
          <ac:chgData name="Chia-jung Yeh" userId="f328d6f4-0757-42dc-943f-c4685e047ee8" providerId="ADAL" clId="{9933DEDF-4EA9-41B4-B723-57F461C3872B}" dt="2026-03-15T04:53:12.948" v="655" actId="21"/>
          <ac:spMkLst>
            <pc:docMk/>
            <pc:sldMk cId="3709921384" sldId="263"/>
            <ac:spMk id="23" creationId="{0553813B-E960-D3FA-16F0-9DE5B746E88A}"/>
          </ac:spMkLst>
        </pc:spChg>
        <pc:spChg chg="add del mod">
          <ac:chgData name="Chia-jung Yeh" userId="f328d6f4-0757-42dc-943f-c4685e047ee8" providerId="ADAL" clId="{9933DEDF-4EA9-41B4-B723-57F461C3872B}" dt="2026-03-15T04:53:20.046" v="659" actId="21"/>
          <ac:spMkLst>
            <pc:docMk/>
            <pc:sldMk cId="3709921384" sldId="263"/>
            <ac:spMk id="24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23.920" v="661" actId="1038"/>
          <ac:spMkLst>
            <pc:docMk/>
            <pc:sldMk cId="3709921384" sldId="263"/>
            <ac:spMk id="26" creationId="{B23E42DA-7422-8B35-8FC3-04ED94118822}"/>
          </ac:spMkLst>
        </pc:spChg>
        <pc:spChg chg="add mod">
          <ac:chgData name="Chia-jung Yeh" userId="f328d6f4-0757-42dc-943f-c4685e047ee8" providerId="ADAL" clId="{9933DEDF-4EA9-41B4-B723-57F461C3872B}" dt="2026-03-15T04:53:34.232" v="665" actId="1076"/>
          <ac:spMkLst>
            <pc:docMk/>
            <pc:sldMk cId="3709921384" sldId="263"/>
            <ac:spMk id="27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39.041" v="667" actId="1076"/>
          <ac:spMkLst>
            <pc:docMk/>
            <pc:sldMk cId="3709921384" sldId="263"/>
            <ac:spMk id="28" creationId="{85F2C847-97CC-AAC1-FF9E-64FEB30A7CDA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3" creationId="{F58BDD34-D135-342B-0133-6BB735AF5D3E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4" creationId="{E6F063D8-096D-D83E-4F0C-8243EFE55B29}"/>
          </ac:spMkLst>
        </pc:spChg>
        <pc:spChg chg="mod">
          <ac:chgData name="Chia-jung Yeh" userId="f328d6f4-0757-42dc-943f-c4685e047ee8" providerId="ADAL" clId="{9933DEDF-4EA9-41B4-B723-57F461C3872B}" dt="2026-03-15T04:52:58.058" v="648" actId="21"/>
          <ac:spMkLst>
            <pc:docMk/>
            <pc:sldMk cId="3709921384" sldId="263"/>
            <ac:spMk id="38" creationId="{AC2D5071-2C0C-B3AC-8401-29C04A677F6F}"/>
          </ac:spMkLst>
        </pc:spChg>
        <pc:spChg chg="mod">
          <ac:chgData name="Chia-jung Yeh" userId="f328d6f4-0757-42dc-943f-c4685e047ee8" providerId="ADAL" clId="{9933DEDF-4EA9-41B4-B723-57F461C3872B}" dt="2026-03-15T04:53:30.370" v="664" actId="21"/>
          <ac:spMkLst>
            <pc:docMk/>
            <pc:sldMk cId="3709921384" sldId="263"/>
            <ac:spMk id="41" creationId="{C46C2047-0073-7E1B-3E22-64C70596C4BA}"/>
          </ac:spMkLst>
        </pc:spChg>
        <pc:spChg chg="mod">
          <ac:chgData name="Chia-jung Yeh" userId="f328d6f4-0757-42dc-943f-c4685e047ee8" providerId="ADAL" clId="{9933DEDF-4EA9-41B4-B723-57F461C3872B}" dt="2026-03-15T04:52:17.367" v="619" actId="21"/>
          <ac:spMkLst>
            <pc:docMk/>
            <pc:sldMk cId="3709921384" sldId="263"/>
            <ac:spMk id="48" creationId="{EAEC731E-8F27-AEFD-BAA8-AF1B1129419C}"/>
          </ac:spMkLst>
        </pc:spChg>
        <pc:spChg chg="mod">
          <ac:chgData name="Chia-jung Yeh" userId="f328d6f4-0757-42dc-943f-c4685e047ee8" providerId="ADAL" clId="{9933DEDF-4EA9-41B4-B723-57F461C3872B}" dt="2026-03-15T04:52:38.121" v="635"/>
          <ac:spMkLst>
            <pc:docMk/>
            <pc:sldMk cId="3709921384" sldId="263"/>
            <ac:spMk id="52" creationId="{73C7CC8F-5B85-267B-A504-AB64A48BE139}"/>
          </ac:spMkLst>
        </pc:spChg>
        <pc:spChg chg="mod">
          <ac:chgData name="Chia-jung Yeh" userId="f328d6f4-0757-42dc-943f-c4685e047ee8" providerId="ADAL" clId="{9933DEDF-4EA9-41B4-B723-57F461C3872B}" dt="2026-03-15T04:53:28.302" v="663" actId="21"/>
          <ac:spMkLst>
            <pc:docMk/>
            <pc:sldMk cId="3709921384" sldId="263"/>
            <ac:spMk id="54" creationId="{41679924-4E54-796E-86FD-415168CE52F4}"/>
          </ac:spMkLst>
        </pc:spChg>
        <pc:spChg chg="mod">
          <ac:chgData name="Chia-jung Yeh" userId="f328d6f4-0757-42dc-943f-c4685e047ee8" providerId="ADAL" clId="{9933DEDF-4EA9-41B4-B723-57F461C3872B}" dt="2026-03-15T04:52:18.153" v="620" actId="21"/>
          <ac:spMkLst>
            <pc:docMk/>
            <pc:sldMk cId="3709921384" sldId="263"/>
            <ac:spMk id="64" creationId="{0D45292A-C652-5E88-CE35-E262F2263822}"/>
          </ac:spMkLst>
        </pc:spChg>
        <pc:spChg chg="mod">
          <ac:chgData name="Chia-jung Yeh" userId="f328d6f4-0757-42dc-943f-c4685e047ee8" providerId="ADAL" clId="{9933DEDF-4EA9-41B4-B723-57F461C3872B}" dt="2026-03-15T04:53:15.312" v="656" actId="6549"/>
          <ac:spMkLst>
            <pc:docMk/>
            <pc:sldMk cId="3709921384" sldId="263"/>
            <ac:spMk id="68" creationId="{B742E9E9-E590-5F5E-FA43-0D7200867EA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69" creationId="{D7B0EF1C-D1EA-F907-5204-D7E0B907D884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5" creationId="{DB928BE4-3A5B-0DA1-F148-8BF57042D3D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6" creationId="{E24CCF30-FC8C-D65B-FE58-BB3B8D661153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8" creationId="{BE6FFDAA-EC27-AC7E-61AF-2D4187B9E9A5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9" creationId="{AE44D553-B175-1110-B86C-B90C8D66FC36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80" creationId="{61514BF2-2103-A422-39E4-566CFFFCF12F}"/>
          </ac:spMkLst>
        </pc:spChg>
        <pc:spChg chg="mod">
          <ac:chgData name="Chia-jung Yeh" userId="f328d6f4-0757-42dc-943f-c4685e047ee8" providerId="ADAL" clId="{9933DEDF-4EA9-41B4-B723-57F461C3872B}" dt="2026-03-15T04:52:43.533" v="640" actId="1076"/>
          <ac:spMkLst>
            <pc:docMk/>
            <pc:sldMk cId="3709921384" sldId="263"/>
            <ac:spMk id="81" creationId="{60EEE709-2F39-F45C-AAA1-359ABC959DAF}"/>
          </ac:spMkLst>
        </pc:sp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7" creationId="{0204FCC6-9DBF-CCAC-FD9A-90F38DBA7E2C}"/>
          </ac:cxnSpMkLst>
        </pc:cxn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19" creationId="{07B6745C-4CE7-EEBC-F932-6132E2BD3C17}"/>
          </ac:cxnSpMkLst>
        </pc:cxnChg>
      </pc:sldChg>
      <pc:sldChg chg="modSp mod modTransition">
        <pc:chgData name="Chia-jung Yeh" userId="f328d6f4-0757-42dc-943f-c4685e047ee8" providerId="ADAL" clId="{9933DEDF-4EA9-41B4-B723-57F461C3872B}" dt="2026-03-14T05:34:21.733" v="246" actId="2711"/>
        <pc:sldMkLst>
          <pc:docMk/>
          <pc:sldMk cId="3159768364" sldId="264"/>
        </pc:sldMkLst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4" creationId="{2DDD5419-4378-ADEE-2258-5C23B6960A79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" creationId="{11DF0200-E702-5374-5371-CE15E1FC34D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8" creationId="{74CAF89B-8AAC-92D5-F3D1-79F60849A2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0" creationId="{43C055E5-79B5-4C37-DB78-8E839AE6BC85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1" creationId="{8FBD1120-C782-895A-23AD-B0C5D871B4AB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4" creationId="{2AF61D61-EC1A-86E1-7130-BF791190B83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38" creationId="{11C5CF58-5AD9-0FA6-746B-A43433F7CDA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66" creationId="{D36BCC1F-8900-B970-74AF-165FA1F691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90" creationId="{01F753FD-AADD-D0AE-BA9C-EE3D2B751AB6}"/>
          </ac:spMkLst>
        </pc:spChg>
        <pc:spChg chg="mod">
          <ac:chgData name="Chia-jung Yeh" userId="f328d6f4-0757-42dc-943f-c4685e047ee8" providerId="ADAL" clId="{9933DEDF-4EA9-41B4-B723-57F461C3872B}" dt="2026-03-14T05:33:12.878" v="204" actId="20577"/>
          <ac:spMkLst>
            <pc:docMk/>
            <pc:sldMk cId="3159768364" sldId="264"/>
            <ac:spMk id="102" creationId="{FF0D5294-99FF-A31D-CF04-06F041D76F1F}"/>
          </ac:spMkLst>
        </pc:spChg>
        <pc:spChg chg="mod">
          <ac:chgData name="Chia-jung Yeh" userId="f328d6f4-0757-42dc-943f-c4685e047ee8" providerId="ADAL" clId="{9933DEDF-4EA9-41B4-B723-57F461C3872B}" dt="2026-03-14T05:33:40.619" v="235" actId="20577"/>
          <ac:spMkLst>
            <pc:docMk/>
            <pc:sldMk cId="3159768364" sldId="264"/>
            <ac:spMk id="103" creationId="{FDB6FBF8-EF83-B907-0B8B-3385DC860838}"/>
          </ac:spMkLst>
        </pc:spChg>
        <pc:spChg chg="mod">
          <ac:chgData name="Chia-jung Yeh" userId="f328d6f4-0757-42dc-943f-c4685e047ee8" providerId="ADAL" clId="{9933DEDF-4EA9-41B4-B723-57F461C3872B}" dt="2026-03-14T05:33:20.430" v="209" actId="20577"/>
          <ac:spMkLst>
            <pc:docMk/>
            <pc:sldMk cId="3159768364" sldId="264"/>
            <ac:spMk id="105" creationId="{AE6121BC-00B0-994A-5141-70E4910A81E7}"/>
          </ac:spMkLst>
        </pc:spChg>
        <pc:spChg chg="mod">
          <ac:chgData name="Chia-jung Yeh" userId="f328d6f4-0757-42dc-943f-c4685e047ee8" providerId="ADAL" clId="{9933DEDF-4EA9-41B4-B723-57F461C3872B}" dt="2026-03-14T05:33:34.308" v="224" actId="20577"/>
          <ac:spMkLst>
            <pc:docMk/>
            <pc:sldMk cId="3159768364" sldId="264"/>
            <ac:spMk id="106" creationId="{9F447162-41AC-83C6-2CBB-FFD35FCD441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7" creationId="{F1D74D21-D6BC-5446-2846-25941F9379BB}"/>
          </ac:spMkLst>
        </pc:spChg>
        <pc:spChg chg="mod">
          <ac:chgData name="Chia-jung Yeh" userId="f328d6f4-0757-42dc-943f-c4685e047ee8" providerId="ADAL" clId="{9933DEDF-4EA9-41B4-B723-57F461C3872B}" dt="2026-03-14T05:33:37.487" v="229" actId="6549"/>
          <ac:spMkLst>
            <pc:docMk/>
            <pc:sldMk cId="3159768364" sldId="264"/>
            <ac:spMk id="109" creationId="{963C8CFA-AFD0-420A-DFF6-9432CE011C1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V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ector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Factor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M</a:t>
            </a:r>
            <a:r>
              <a:rPr lang="en-GB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atrix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Data </a:t>
            </a:r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rame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 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437745" y="831019"/>
            <a:ext cx="10618664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88551"/>
            <a:ext cx="1945532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88551"/>
            <a:ext cx="389106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88551"/>
            <a:ext cx="3891063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88551"/>
            <a:ext cx="4863830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88551"/>
            <a:ext cx="194553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88551"/>
            <a:ext cx="972766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4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7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559629" y="1339261"/>
            <a:ext cx="107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minimum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818536" y="1613483"/>
            <a:ext cx="11942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Original seq.</a:t>
            </a:r>
            <a:endParaRPr lang="en-GB" sz="1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544515" y="1339261"/>
            <a:ext cx="11392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maximum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571500" y="2073052"/>
            <a:ext cx="1367057" cy="3077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Original Vector</a:t>
            </a:r>
            <a:endParaRPr lang="en-GB" sz="14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89906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252723" y="133501"/>
            <a:ext cx="2420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250562" y="57510"/>
            <a:ext cx="461665" cy="3693319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pPr algn="ctr"/>
            <a:r>
              <a:rPr lang="en-GB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GB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80760" y="141460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 Index</a:t>
            </a: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51559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Index</a:t>
            </a: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1731522" y="743859"/>
            <a:ext cx="6303525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2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4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5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6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7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909920" y="817793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endParaRPr lang="zh-TW" altLang="en-US" sz="2000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A, B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80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C, D, E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(NULL)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805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F, G, H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106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J, K, L, M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N, O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068678" y="817793"/>
            <a:ext cx="14599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Element</a:t>
            </a:r>
            <a:endParaRPr lang="zh-TW" altLang="en-US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5650687" y="817793"/>
            <a:ext cx="2070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</a:t>
            </a:r>
            <a:endParaRPr lang="zh-TW" altLang="en-US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8382" y="155626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858382" y="213655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3858382" y="2716850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3858382" y="3297142"/>
            <a:ext cx="537889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3858382" y="3877434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858382" y="445772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3858382" y="503801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981688" y="1556266"/>
            <a:ext cx="167943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6661125" y="1371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6661125" y="1951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6661125" y="2532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6661125" y="311247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6661125" y="36927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6661125" y="42730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6661125" y="48533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201043" y="2136558"/>
            <a:ext cx="146008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stCxn id="15" idx="3"/>
            <a:endCxn id="32" idx="1"/>
          </p:cNvCxnSpPr>
          <p:nvPr/>
        </p:nvCxnSpPr>
        <p:spPr>
          <a:xfrm>
            <a:off x="5225344" y="2716850"/>
            <a:ext cx="143578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5201941" y="3297142"/>
            <a:ext cx="1459184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4640249" y="3877434"/>
            <a:ext cx="2020876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5458934" y="4457726"/>
            <a:ext cx="12021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5031381" y="5038018"/>
            <a:ext cx="162974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lists in a list</a:t>
            </a:r>
            <a:r>
              <a:rPr lang="zh-TW" altLang="en-US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6573979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5201043" y="5802975"/>
            <a:ext cx="261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 in each list</a:t>
            </a:r>
            <a:endParaRPr lang="zh-TW" altLang="en-US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5891266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5D1BE6-EE62-2EE4-5132-8C200C16C200}"/>
              </a:ext>
            </a:extLst>
          </p:cNvPr>
          <p:cNvSpPr txBox="1"/>
          <p:nvPr/>
        </p:nvSpPr>
        <p:spPr>
          <a:xfrm>
            <a:off x="990112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0A006-F530-F0EA-6C03-83DE9A3CD33C}"/>
              </a:ext>
            </a:extLst>
          </p:cNvPr>
          <p:cNvSpPr txBox="1"/>
          <p:nvPr/>
        </p:nvSpPr>
        <p:spPr>
          <a:xfrm>
            <a:off x="3546043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F8682-5209-80E5-7DF5-5198DABEA99C}"/>
              </a:ext>
            </a:extLst>
          </p:cNvPr>
          <p:cNvSpPr txBox="1"/>
          <p:nvPr/>
        </p:nvSpPr>
        <p:spPr>
          <a:xfrm>
            <a:off x="990112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C9546-C397-73D6-F9A0-A778BAB58971}"/>
              </a:ext>
            </a:extLst>
          </p:cNvPr>
          <p:cNvSpPr txBox="1"/>
          <p:nvPr/>
        </p:nvSpPr>
        <p:spPr>
          <a:xfrm>
            <a:off x="3385330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950D82-D53D-174D-BF5B-D3962DF6D532}"/>
              </a:ext>
            </a:extLst>
          </p:cNvPr>
          <p:cNvSpPr txBox="1"/>
          <p:nvPr/>
        </p:nvSpPr>
        <p:spPr>
          <a:xfrm>
            <a:off x="1170433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DA621-FB24-3702-036B-1BAA92F0C6CF}"/>
              </a:ext>
            </a:extLst>
          </p:cNvPr>
          <p:cNvSpPr txBox="1"/>
          <p:nvPr/>
        </p:nvSpPr>
        <p:spPr>
          <a:xfrm>
            <a:off x="1170433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39C2B0-9378-7D57-4FA9-3FDEC47F5F87}"/>
              </a:ext>
            </a:extLst>
          </p:cNvPr>
          <p:cNvSpPr txBox="1"/>
          <p:nvPr/>
        </p:nvSpPr>
        <p:spPr>
          <a:xfrm>
            <a:off x="3692760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3E42DA-7422-8B35-8FC3-04ED94118822}"/>
              </a:ext>
            </a:extLst>
          </p:cNvPr>
          <p:cNvSpPr txBox="1"/>
          <p:nvPr/>
        </p:nvSpPr>
        <p:spPr>
          <a:xfrm>
            <a:off x="3559450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3813B-E960-D3FA-16F0-9DE5B746E88A}"/>
              </a:ext>
            </a:extLst>
          </p:cNvPr>
          <p:cNvSpPr txBox="1"/>
          <p:nvPr/>
        </p:nvSpPr>
        <p:spPr>
          <a:xfrm>
            <a:off x="5561141" y="3690129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F2C847-97CC-AAC1-FF9E-64FEB30A7CDA}"/>
              </a:ext>
            </a:extLst>
          </p:cNvPr>
          <p:cNvSpPr txBox="1"/>
          <p:nvPr/>
        </p:nvSpPr>
        <p:spPr>
          <a:xfrm>
            <a:off x="5870228" y="1299074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841415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661FDC70-2B04-4E3E-42EB-114E7D5EC093}"/>
              </a:ext>
            </a:extLst>
          </p:cNvPr>
          <p:cNvSpPr txBox="1"/>
          <p:nvPr/>
        </p:nvSpPr>
        <p:spPr>
          <a:xfrm>
            <a:off x="2832863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B3E46B8-F6D2-FF73-B85A-B4FC1A6701DD}"/>
              </a:ext>
            </a:extLst>
          </p:cNvPr>
          <p:cNvSpPr txBox="1"/>
          <p:nvPr/>
        </p:nvSpPr>
        <p:spPr>
          <a:xfrm>
            <a:off x="666317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91BD039-077F-978B-16CF-1398E81C8BC4}"/>
              </a:ext>
            </a:extLst>
          </p:cNvPr>
          <p:cNvSpPr txBox="1"/>
          <p:nvPr/>
        </p:nvSpPr>
        <p:spPr>
          <a:xfrm>
            <a:off x="2490042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943524" y="488286"/>
            <a:ext cx="10164510" cy="5578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083967" y="21764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434163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1784359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134555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083967" y="24415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434163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1784359" y="2706921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13455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178435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43416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08396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1784359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134555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083967" y="29682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434163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1784359" y="297203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134555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083967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434163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1784359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134555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434163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134555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083967" y="27066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2900317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250513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3600709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3950905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2900317" y="32225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250513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3600709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3600709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3950905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2900317" y="24415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250513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3600709" y="297381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3950905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2900317" y="29646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250513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3600709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3950905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250513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3950905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2900317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395090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360070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25051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290031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28337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8AA8D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09972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FF8F8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083967" y="3624666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126231" y="3624666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083967" y="3624666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720602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773009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429286-8C32-C792-9305-8C03DD6B1BFC}"/>
              </a:ext>
            </a:extLst>
          </p:cNvPr>
          <p:cNvSpPr txBox="1"/>
          <p:nvPr/>
        </p:nvSpPr>
        <p:spPr>
          <a:xfrm>
            <a:off x="7767519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541033" y="3782011"/>
            <a:ext cx="12712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對稱差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732543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1783566" y="50800"/>
            <a:ext cx="6653660" cy="641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68037"/>
            <a:ext cx="984534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486163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55921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33908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5020662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68037"/>
            <a:ext cx="89270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5628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4288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114855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41768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302875" y="171655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資料與座標軸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41768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417687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41768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302875" y="20743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圖表類型</a:t>
            </a:r>
            <a:endParaRPr lang="en-GB" altLang="zh-TW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302875" y="24602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尺度設定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302875" y="282042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主題設定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1987</TotalTime>
  <Words>1181</Words>
  <Application>Microsoft Office PowerPoint</Application>
  <PresentationFormat>Widescreen</PresentationFormat>
  <Paragraphs>614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微軟正黑體</vt:lpstr>
      <vt:lpstr>Arial</vt:lpstr>
      <vt:lpstr>Calibri</vt:lpstr>
      <vt:lpstr>Calibri Light</vt:lpstr>
      <vt:lpstr>Consolas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2026-03-15T10:14:44Z</dcterms:modified>
</cp:coreProperties>
</file>